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4" r:id="rId4"/>
    <p:sldMasterId id="2147483687" r:id="rId5"/>
  </p:sldMasterIdLst>
  <p:notesMasterIdLst>
    <p:notesMasterId r:id="rId36"/>
  </p:notesMasterIdLst>
  <p:sldIdLst>
    <p:sldId id="256" r:id="rId6"/>
    <p:sldId id="333" r:id="rId7"/>
    <p:sldId id="327" r:id="rId8"/>
    <p:sldId id="422" r:id="rId9"/>
    <p:sldId id="312" r:id="rId10"/>
    <p:sldId id="424" r:id="rId11"/>
    <p:sldId id="423" r:id="rId12"/>
    <p:sldId id="425" r:id="rId13"/>
    <p:sldId id="314" r:id="rId14"/>
    <p:sldId id="335" r:id="rId15"/>
    <p:sldId id="338" r:id="rId16"/>
    <p:sldId id="334" r:id="rId17"/>
    <p:sldId id="328" r:id="rId18"/>
    <p:sldId id="342" r:id="rId19"/>
    <p:sldId id="339" r:id="rId20"/>
    <p:sldId id="340" r:id="rId21"/>
    <p:sldId id="341" r:id="rId22"/>
    <p:sldId id="344" r:id="rId23"/>
    <p:sldId id="345" r:id="rId24"/>
    <p:sldId id="346" r:id="rId25"/>
    <p:sldId id="347" r:id="rId26"/>
    <p:sldId id="348" r:id="rId27"/>
    <p:sldId id="343" r:id="rId28"/>
    <p:sldId id="257" r:id="rId29"/>
    <p:sldId id="349" r:id="rId30"/>
    <p:sldId id="330" r:id="rId31"/>
    <p:sldId id="431" r:id="rId32"/>
    <p:sldId id="258" r:id="rId33"/>
    <p:sldId id="513" r:id="rId34"/>
    <p:sldId id="433" r:id="rId35"/>
    <p:sldId id="434" r:id="rId37"/>
    <p:sldId id="435" r:id="rId38"/>
    <p:sldId id="426" r:id="rId39"/>
    <p:sldId id="429" r:id="rId40"/>
    <p:sldId id="428" r:id="rId41"/>
    <p:sldId id="427" r:id="rId42"/>
    <p:sldId id="432" r:id="rId43"/>
    <p:sldId id="406" r:id="rId44"/>
    <p:sldId id="407" r:id="rId45"/>
    <p:sldId id="261" r:id="rId46"/>
    <p:sldId id="262" r:id="rId47"/>
    <p:sldId id="263" r:id="rId48"/>
    <p:sldId id="408" r:id="rId49"/>
    <p:sldId id="267" r:id="rId50"/>
    <p:sldId id="268" r:id="rId51"/>
    <p:sldId id="269" r:id="rId52"/>
    <p:sldId id="421" r:id="rId53"/>
    <p:sldId id="270" r:id="rId54"/>
    <p:sldId id="352" r:id="rId55"/>
    <p:sldId id="286" r:id="rId56"/>
    <p:sldId id="514" r:id="rId57"/>
    <p:sldId id="300" r:id="rId58"/>
    <p:sldId id="271" r:id="rId59"/>
    <p:sldId id="273" r:id="rId60"/>
    <p:sldId id="299" r:id="rId61"/>
    <p:sldId id="293" r:id="rId62"/>
    <p:sldId id="294" r:id="rId63"/>
    <p:sldId id="295" r:id="rId64"/>
    <p:sldId id="296" r:id="rId65"/>
    <p:sldId id="301" r:id="rId66"/>
    <p:sldId id="272" r:id="rId67"/>
    <p:sldId id="354" r:id="rId68"/>
    <p:sldId id="283" r:id="rId69"/>
    <p:sldId id="284" r:id="rId70"/>
    <p:sldId id="285" r:id="rId71"/>
    <p:sldId id="303" r:id="rId72"/>
    <p:sldId id="304" r:id="rId73"/>
    <p:sldId id="411" r:id="rId74"/>
    <p:sldId id="365" r:id="rId75"/>
    <p:sldId id="367" r:id="rId76"/>
    <p:sldId id="366" r:id="rId77"/>
    <p:sldId id="368" r:id="rId78"/>
    <p:sldId id="306" r:id="rId79"/>
    <p:sldId id="360" r:id="rId80"/>
    <p:sldId id="361" r:id="rId81"/>
    <p:sldId id="307" r:id="rId82"/>
    <p:sldId id="308" r:id="rId83"/>
    <p:sldId id="309" r:id="rId84"/>
    <p:sldId id="310" r:id="rId85"/>
    <p:sldId id="355" r:id="rId86"/>
    <p:sldId id="311" r:id="rId87"/>
    <p:sldId id="276" r:id="rId88"/>
    <p:sldId id="356" r:id="rId89"/>
    <p:sldId id="412" r:id="rId90"/>
    <p:sldId id="357" r:id="rId91"/>
    <p:sldId id="277" r:id="rId92"/>
    <p:sldId id="413" r:id="rId93"/>
    <p:sldId id="414" r:id="rId94"/>
    <p:sldId id="418" r:id="rId95"/>
    <p:sldId id="415" r:id="rId96"/>
    <p:sldId id="416" r:id="rId97"/>
    <p:sldId id="417" r:id="rId98"/>
    <p:sldId id="419" r:id="rId99"/>
    <p:sldId id="420" r:id="rId100"/>
    <p:sldId id="288" r:id="rId101"/>
  </p:sldIdLst>
  <p:sldSz cx="12192000" cy="6858000"/>
  <p:notesSz cx="6858000" cy="9144000"/>
  <p:custDataLst>
    <p:tags r:id="rId10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943"/>
    <a:srgbClr val="006A4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31" autoAdjust="0"/>
    <p:restoredTop sz="95377"/>
  </p:normalViewPr>
  <p:slideViewPr>
    <p:cSldViewPr snapToGrid="0">
      <p:cViewPr varScale="1">
        <p:scale>
          <a:sx n="81" d="100"/>
          <a:sy n="81" d="100"/>
        </p:scale>
        <p:origin x="200" y="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3.xml"/><Relationship Id="rId98" Type="http://schemas.openxmlformats.org/officeDocument/2006/relationships/slide" Target="slides/slide92.xml"/><Relationship Id="rId97" Type="http://schemas.openxmlformats.org/officeDocument/2006/relationships/slide" Target="slides/slide91.xml"/><Relationship Id="rId96" Type="http://schemas.openxmlformats.org/officeDocument/2006/relationships/slide" Target="slides/slide90.xml"/><Relationship Id="rId95" Type="http://schemas.openxmlformats.org/officeDocument/2006/relationships/slide" Target="slides/slide89.xml"/><Relationship Id="rId94" Type="http://schemas.openxmlformats.org/officeDocument/2006/relationships/slide" Target="slides/slide88.xml"/><Relationship Id="rId93" Type="http://schemas.openxmlformats.org/officeDocument/2006/relationships/slide" Target="slides/slide87.xml"/><Relationship Id="rId92" Type="http://schemas.openxmlformats.org/officeDocument/2006/relationships/slide" Target="slides/slide86.xml"/><Relationship Id="rId91" Type="http://schemas.openxmlformats.org/officeDocument/2006/relationships/slide" Target="slides/slide85.xml"/><Relationship Id="rId90" Type="http://schemas.openxmlformats.org/officeDocument/2006/relationships/slide" Target="slides/slide84.xml"/><Relationship Id="rId9" Type="http://schemas.openxmlformats.org/officeDocument/2006/relationships/slide" Target="slides/slide4.xml"/><Relationship Id="rId89" Type="http://schemas.openxmlformats.org/officeDocument/2006/relationships/slide" Target="slides/slide83.xml"/><Relationship Id="rId88" Type="http://schemas.openxmlformats.org/officeDocument/2006/relationships/slide" Target="slides/slide82.xml"/><Relationship Id="rId87" Type="http://schemas.openxmlformats.org/officeDocument/2006/relationships/slide" Target="slides/slide81.xml"/><Relationship Id="rId86" Type="http://schemas.openxmlformats.org/officeDocument/2006/relationships/slide" Target="slides/slide80.xml"/><Relationship Id="rId85" Type="http://schemas.openxmlformats.org/officeDocument/2006/relationships/slide" Target="slides/slide79.xml"/><Relationship Id="rId84" Type="http://schemas.openxmlformats.org/officeDocument/2006/relationships/slide" Target="slides/slide78.xml"/><Relationship Id="rId83" Type="http://schemas.openxmlformats.org/officeDocument/2006/relationships/slide" Target="slides/slide77.xml"/><Relationship Id="rId82" Type="http://schemas.openxmlformats.org/officeDocument/2006/relationships/slide" Target="slides/slide76.xml"/><Relationship Id="rId81" Type="http://schemas.openxmlformats.org/officeDocument/2006/relationships/slide" Target="slides/slide75.xml"/><Relationship Id="rId80" Type="http://schemas.openxmlformats.org/officeDocument/2006/relationships/slide" Target="slides/slide74.xml"/><Relationship Id="rId8" Type="http://schemas.openxmlformats.org/officeDocument/2006/relationships/slide" Target="slides/slide3.xml"/><Relationship Id="rId79" Type="http://schemas.openxmlformats.org/officeDocument/2006/relationships/slide" Target="slides/slide73.xml"/><Relationship Id="rId78" Type="http://schemas.openxmlformats.org/officeDocument/2006/relationships/slide" Target="slides/slide72.xml"/><Relationship Id="rId77" Type="http://schemas.openxmlformats.org/officeDocument/2006/relationships/slide" Target="slides/slide71.xml"/><Relationship Id="rId76" Type="http://schemas.openxmlformats.org/officeDocument/2006/relationships/slide" Target="slides/slide70.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slide" Target="slides/slide2.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notesMaster" Target="notesMasters/notesMaster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5" Type="http://schemas.openxmlformats.org/officeDocument/2006/relationships/tags" Target="tags/tag92.xml"/><Relationship Id="rId104" Type="http://schemas.openxmlformats.org/officeDocument/2006/relationships/tableStyles" Target="tableStyles.xml"/><Relationship Id="rId103" Type="http://schemas.openxmlformats.org/officeDocument/2006/relationships/viewProps" Target="viewProps.xml"/><Relationship Id="rId102" Type="http://schemas.openxmlformats.org/officeDocument/2006/relationships/presProps" Target="presProps.xml"/><Relationship Id="rId101" Type="http://schemas.openxmlformats.org/officeDocument/2006/relationships/slide" Target="slides/slide95.xml"/><Relationship Id="rId100" Type="http://schemas.openxmlformats.org/officeDocument/2006/relationships/slide" Target="slides/slide94.xml"/><Relationship Id="rId10" Type="http://schemas.openxmlformats.org/officeDocument/2006/relationships/slide" Target="slides/slide5.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0_1#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AB22688E-240A-614E-B030-114CEABBCCA7}" type="doc">
      <dgm:prSet loTypeId="urn:microsoft.com/office/officeart/2005/8/layout/cycle2" loCatId="" qsTypeId="urn:microsoft.com/office/officeart/2005/8/quickstyle/simple1#1" qsCatId="simple" csTypeId="urn:microsoft.com/office/officeart/2005/8/colors/accent0_1#1" csCatId="mainScheme" phldr="1"/>
      <dgm:spPr/>
      <dgm:t>
        <a:bodyPr/>
        <a:lstStyle/>
        <a:p>
          <a:endParaRPr lang="en-US"/>
        </a:p>
      </dgm:t>
    </dgm:pt>
    <dgm:pt modelId="{9106B2D0-41F8-BC47-A9E8-812061D023FC}">
      <dgm:prSet phldrT="[Text]"/>
      <dgm:spPr/>
      <dgm:t>
        <a:bodyPr/>
        <a:lstStyle/>
        <a:p>
          <a:r>
            <a:rPr lang="en-US" dirty="0" err="1">
              <a:latin typeface="Times New Roman" panose="02020503050405090304" pitchFamily="18" charset="0"/>
              <a:ea typeface="宋体" pitchFamily="2" charset="-122"/>
              <a:cs typeface="Times New Roman" panose="02020503050405090304" pitchFamily="18" charset="0"/>
            </a:rPr>
            <a:t>问题</a:t>
          </a:r>
          <a:endParaRPr lang="en-US" dirty="0">
            <a:latin typeface="Times New Roman" panose="02020503050405090304" pitchFamily="18" charset="0"/>
            <a:ea typeface="宋体" pitchFamily="2" charset="-122"/>
            <a:cs typeface="Times New Roman" panose="02020503050405090304" pitchFamily="18" charset="0"/>
          </a:endParaRPr>
        </a:p>
        <a:p>
          <a:r>
            <a:rPr lang="en-US" dirty="0">
              <a:latin typeface="Times New Roman" panose="02020503050405090304" pitchFamily="18" charset="0"/>
              <a:ea typeface="宋体" pitchFamily="2" charset="-122"/>
              <a:cs typeface="Times New Roman" panose="02020503050405090304" pitchFamily="18" charset="0"/>
            </a:rPr>
            <a:t>(problem)</a:t>
          </a:r>
        </a:p>
      </dgm:t>
    </dgm:pt>
    <dgm:pt modelId="{0B13D10B-F82D-5946-A5A7-FC3A132D7CA0}" cxnId="{3316F6BB-13C1-934E-A5B4-8DE77D332058}" type="parTrans">
      <dgm:prSet/>
      <dgm:spPr/>
      <dgm:t>
        <a:bodyPr/>
        <a:lstStyle/>
        <a:p>
          <a:endParaRPr lang="en-US">
            <a:latin typeface="Times New Roman" panose="02020503050405090304" pitchFamily="18" charset="0"/>
            <a:ea typeface="宋体" pitchFamily="2" charset="-122"/>
            <a:cs typeface="Times New Roman" panose="02020503050405090304" pitchFamily="18" charset="0"/>
          </a:endParaRPr>
        </a:p>
      </dgm:t>
    </dgm:pt>
    <dgm:pt modelId="{E1A6A6B6-F605-F54D-9D78-6D8CD50DFD87}" cxnId="{3316F6BB-13C1-934E-A5B4-8DE77D332058}" type="sibTrans">
      <dgm:prSet/>
      <dgm:spPr/>
      <dgm:t>
        <a:bodyPr/>
        <a:lstStyle/>
        <a:p>
          <a:endParaRPr lang="en-US">
            <a:latin typeface="Times New Roman" panose="02020503050405090304" pitchFamily="18" charset="0"/>
            <a:ea typeface="宋体" pitchFamily="2" charset="-122"/>
            <a:cs typeface="Times New Roman" panose="02020503050405090304" pitchFamily="18" charset="0"/>
          </a:endParaRPr>
        </a:p>
      </dgm:t>
    </dgm:pt>
    <dgm:pt modelId="{3E123FCC-6AE0-3D46-8E43-54B623F4BB4C}">
      <dgm:prSet phldrT="[Text]"/>
      <dgm:spPr/>
      <dgm:t>
        <a:bodyPr/>
        <a:lstStyle/>
        <a:p>
          <a:r>
            <a:rPr lang="en-US" dirty="0" err="1">
              <a:latin typeface="Times New Roman" panose="02020503050405090304" pitchFamily="18" charset="0"/>
              <a:ea typeface="宋体" pitchFamily="2" charset="-122"/>
              <a:cs typeface="Times New Roman" panose="02020503050405090304" pitchFamily="18" charset="0"/>
            </a:rPr>
            <a:t>计划</a:t>
          </a:r>
          <a:endParaRPr lang="en-US" dirty="0">
            <a:latin typeface="Times New Roman" panose="02020503050405090304" pitchFamily="18" charset="0"/>
            <a:ea typeface="宋体" pitchFamily="2" charset="-122"/>
            <a:cs typeface="Times New Roman" panose="02020503050405090304" pitchFamily="18" charset="0"/>
          </a:endParaRPr>
        </a:p>
        <a:p>
          <a:r>
            <a:rPr lang="en-US" dirty="0">
              <a:latin typeface="Times New Roman" panose="02020503050405090304" pitchFamily="18" charset="0"/>
              <a:ea typeface="宋体" pitchFamily="2" charset="-122"/>
              <a:cs typeface="Times New Roman" panose="02020503050405090304" pitchFamily="18" charset="0"/>
            </a:rPr>
            <a:t>(plan)</a:t>
          </a:r>
        </a:p>
      </dgm:t>
    </dgm:pt>
    <dgm:pt modelId="{CF3CB42C-F521-804C-AA04-C45671CD5579}" cxnId="{FFAD44D6-53E0-4A41-918E-E2AD2DE5D13D}" type="parTrans">
      <dgm:prSet/>
      <dgm:spPr/>
      <dgm:t>
        <a:bodyPr/>
        <a:lstStyle/>
        <a:p>
          <a:endParaRPr lang="en-US">
            <a:latin typeface="Times New Roman" panose="02020503050405090304" pitchFamily="18" charset="0"/>
            <a:ea typeface="宋体" pitchFamily="2" charset="-122"/>
            <a:cs typeface="Times New Roman" panose="02020503050405090304" pitchFamily="18" charset="0"/>
          </a:endParaRPr>
        </a:p>
      </dgm:t>
    </dgm:pt>
    <dgm:pt modelId="{5DEE7C99-685E-224B-93F2-640AAD39CEEA}" cxnId="{FFAD44D6-53E0-4A41-918E-E2AD2DE5D13D}" type="sibTrans">
      <dgm:prSet/>
      <dgm:spPr/>
      <dgm:t>
        <a:bodyPr/>
        <a:lstStyle/>
        <a:p>
          <a:endParaRPr lang="en-US">
            <a:latin typeface="Times New Roman" panose="02020503050405090304" pitchFamily="18" charset="0"/>
            <a:ea typeface="宋体" pitchFamily="2" charset="-122"/>
            <a:cs typeface="Times New Roman" panose="02020503050405090304" pitchFamily="18" charset="0"/>
          </a:endParaRPr>
        </a:p>
      </dgm:t>
    </dgm:pt>
    <dgm:pt modelId="{C6892EA2-E632-6241-833D-6ADBB1C225AD}">
      <dgm:prSet phldrT="[Text]"/>
      <dgm:spPr/>
      <dgm:t>
        <a:bodyPr/>
        <a:lstStyle/>
        <a:p>
          <a:r>
            <a:rPr lang="en-US" dirty="0" err="1">
              <a:latin typeface="Times New Roman" panose="02020503050405090304" pitchFamily="18" charset="0"/>
              <a:ea typeface="宋体" pitchFamily="2" charset="-122"/>
              <a:cs typeface="Times New Roman" panose="02020503050405090304" pitchFamily="18" charset="0"/>
            </a:rPr>
            <a:t>数据</a:t>
          </a:r>
          <a:endParaRPr lang="en-US" dirty="0">
            <a:latin typeface="Times New Roman" panose="02020503050405090304" pitchFamily="18" charset="0"/>
            <a:ea typeface="宋体" pitchFamily="2" charset="-122"/>
            <a:cs typeface="Times New Roman" panose="02020503050405090304" pitchFamily="18" charset="0"/>
          </a:endParaRPr>
        </a:p>
        <a:p>
          <a:r>
            <a:rPr lang="en-US" dirty="0">
              <a:latin typeface="Times New Roman" panose="02020503050405090304" pitchFamily="18" charset="0"/>
              <a:ea typeface="宋体" pitchFamily="2" charset="-122"/>
              <a:cs typeface="Times New Roman" panose="02020503050405090304" pitchFamily="18" charset="0"/>
            </a:rPr>
            <a:t>(data)</a:t>
          </a:r>
        </a:p>
      </dgm:t>
    </dgm:pt>
    <dgm:pt modelId="{E169E72F-D51F-E440-A1FC-2A25D9F95DD4}" cxnId="{8A531312-306F-334A-B84A-4F5BC209F2BF}" type="parTrans">
      <dgm:prSet/>
      <dgm:spPr/>
      <dgm:t>
        <a:bodyPr/>
        <a:lstStyle/>
        <a:p>
          <a:endParaRPr lang="en-US">
            <a:latin typeface="Times New Roman" panose="02020503050405090304" pitchFamily="18" charset="0"/>
            <a:ea typeface="宋体" pitchFamily="2" charset="-122"/>
            <a:cs typeface="Times New Roman" panose="02020503050405090304" pitchFamily="18" charset="0"/>
          </a:endParaRPr>
        </a:p>
      </dgm:t>
    </dgm:pt>
    <dgm:pt modelId="{190CD66C-9D1C-4049-8326-2C627670233F}" cxnId="{8A531312-306F-334A-B84A-4F5BC209F2BF}" type="sibTrans">
      <dgm:prSet/>
      <dgm:spPr/>
      <dgm:t>
        <a:bodyPr/>
        <a:lstStyle/>
        <a:p>
          <a:endParaRPr lang="en-US">
            <a:latin typeface="Times New Roman" panose="02020503050405090304" pitchFamily="18" charset="0"/>
            <a:ea typeface="宋体" pitchFamily="2" charset="-122"/>
            <a:cs typeface="Times New Roman" panose="02020503050405090304" pitchFamily="18" charset="0"/>
          </a:endParaRPr>
        </a:p>
      </dgm:t>
    </dgm:pt>
    <dgm:pt modelId="{A4BFD3E2-7F9A-4448-B90B-B91DD38430CB}">
      <dgm:prSet phldrT="[Text]"/>
      <dgm:spPr/>
      <dgm:t>
        <a:bodyPr/>
        <a:lstStyle/>
        <a:p>
          <a:r>
            <a:rPr lang="en-US" dirty="0" err="1">
              <a:latin typeface="Times New Roman" panose="02020503050405090304" pitchFamily="18" charset="0"/>
              <a:ea typeface="宋体" pitchFamily="2" charset="-122"/>
              <a:cs typeface="Times New Roman" panose="02020503050405090304" pitchFamily="18" charset="0"/>
            </a:rPr>
            <a:t>分析</a:t>
          </a:r>
          <a:endParaRPr lang="en-US" dirty="0">
            <a:latin typeface="Times New Roman" panose="02020503050405090304" pitchFamily="18" charset="0"/>
            <a:ea typeface="宋体" pitchFamily="2" charset="-122"/>
            <a:cs typeface="Times New Roman" panose="02020503050405090304" pitchFamily="18" charset="0"/>
          </a:endParaRPr>
        </a:p>
        <a:p>
          <a:r>
            <a:rPr lang="en-US" dirty="0">
              <a:latin typeface="Times New Roman" panose="02020503050405090304" pitchFamily="18" charset="0"/>
              <a:ea typeface="宋体" pitchFamily="2" charset="-122"/>
              <a:cs typeface="Times New Roman" panose="02020503050405090304" pitchFamily="18" charset="0"/>
            </a:rPr>
            <a:t>(analysis)</a:t>
          </a:r>
        </a:p>
      </dgm:t>
    </dgm:pt>
    <dgm:pt modelId="{76D5CD9D-4A15-2B4B-9AFE-B1762FECCBB4}" cxnId="{F3060911-7DFB-AE4B-9D20-47C988F0BD3B}" type="parTrans">
      <dgm:prSet/>
      <dgm:spPr/>
      <dgm:t>
        <a:bodyPr/>
        <a:lstStyle/>
        <a:p>
          <a:endParaRPr lang="en-US">
            <a:latin typeface="Times New Roman" panose="02020503050405090304" pitchFamily="18" charset="0"/>
            <a:ea typeface="宋体" pitchFamily="2" charset="-122"/>
            <a:cs typeface="Times New Roman" panose="02020503050405090304" pitchFamily="18" charset="0"/>
          </a:endParaRPr>
        </a:p>
      </dgm:t>
    </dgm:pt>
    <dgm:pt modelId="{D2458287-FB1F-2542-9800-FA76631CA163}" cxnId="{F3060911-7DFB-AE4B-9D20-47C988F0BD3B}" type="sibTrans">
      <dgm:prSet/>
      <dgm:spPr/>
      <dgm:t>
        <a:bodyPr/>
        <a:lstStyle/>
        <a:p>
          <a:endParaRPr lang="en-US">
            <a:latin typeface="Times New Roman" panose="02020503050405090304" pitchFamily="18" charset="0"/>
            <a:ea typeface="宋体" pitchFamily="2" charset="-122"/>
            <a:cs typeface="Times New Roman" panose="02020503050405090304" pitchFamily="18" charset="0"/>
          </a:endParaRPr>
        </a:p>
      </dgm:t>
    </dgm:pt>
    <dgm:pt modelId="{2A9BA04A-3486-8A4F-9294-205348CC7A55}">
      <dgm:prSet phldrT="[Text]"/>
      <dgm:spPr/>
      <dgm:t>
        <a:bodyPr/>
        <a:lstStyle/>
        <a:p>
          <a:r>
            <a:rPr lang="en-US" dirty="0" err="1">
              <a:latin typeface="Times New Roman" panose="02020503050405090304" pitchFamily="18" charset="0"/>
              <a:ea typeface="宋体" pitchFamily="2" charset="-122"/>
              <a:cs typeface="Times New Roman" panose="02020503050405090304" pitchFamily="18" charset="0"/>
            </a:rPr>
            <a:t>结论</a:t>
          </a:r>
          <a:endParaRPr lang="en-US" dirty="0">
            <a:latin typeface="Times New Roman" panose="02020503050405090304" pitchFamily="18" charset="0"/>
            <a:ea typeface="宋体" pitchFamily="2" charset="-122"/>
            <a:cs typeface="Times New Roman" panose="02020503050405090304" pitchFamily="18" charset="0"/>
          </a:endParaRPr>
        </a:p>
        <a:p>
          <a:r>
            <a:rPr lang="en-US" dirty="0">
              <a:latin typeface="Times New Roman" panose="02020503050405090304" pitchFamily="18" charset="0"/>
              <a:ea typeface="宋体" pitchFamily="2" charset="-122"/>
              <a:cs typeface="Times New Roman" panose="02020503050405090304" pitchFamily="18" charset="0"/>
            </a:rPr>
            <a:t>(conclusion)</a:t>
          </a:r>
        </a:p>
      </dgm:t>
    </dgm:pt>
    <dgm:pt modelId="{3A6CC60F-6824-A34A-B957-8B9B915ABD18}" cxnId="{C58665B5-85F1-C740-95BF-0D4BB21FB85B}" type="parTrans">
      <dgm:prSet/>
      <dgm:spPr/>
      <dgm:t>
        <a:bodyPr/>
        <a:lstStyle/>
        <a:p>
          <a:endParaRPr lang="en-US">
            <a:latin typeface="Times New Roman" panose="02020503050405090304" pitchFamily="18" charset="0"/>
            <a:ea typeface="宋体" pitchFamily="2" charset="-122"/>
            <a:cs typeface="Times New Roman" panose="02020503050405090304" pitchFamily="18" charset="0"/>
          </a:endParaRPr>
        </a:p>
      </dgm:t>
    </dgm:pt>
    <dgm:pt modelId="{30DFA114-6970-0945-97D2-02C947ACEE02}" cxnId="{C58665B5-85F1-C740-95BF-0D4BB21FB85B}" type="sibTrans">
      <dgm:prSet/>
      <dgm:spPr/>
      <dgm:t>
        <a:bodyPr/>
        <a:lstStyle/>
        <a:p>
          <a:endParaRPr lang="en-US">
            <a:latin typeface="Times New Roman" panose="02020503050405090304" pitchFamily="18" charset="0"/>
            <a:ea typeface="宋体" pitchFamily="2" charset="-122"/>
            <a:cs typeface="Times New Roman" panose="02020503050405090304" pitchFamily="18" charset="0"/>
          </a:endParaRPr>
        </a:p>
      </dgm:t>
    </dgm:pt>
    <dgm:pt modelId="{3527D528-DF87-514F-AAAE-63AA69964652}" type="pres">
      <dgm:prSet presAssocID="{AB22688E-240A-614E-B030-114CEABBCCA7}" presName="cycle" presStyleCnt="0">
        <dgm:presLayoutVars>
          <dgm:dir/>
          <dgm:resizeHandles val="exact"/>
        </dgm:presLayoutVars>
      </dgm:prSet>
      <dgm:spPr/>
    </dgm:pt>
    <dgm:pt modelId="{E3883C7E-691E-354A-83BC-BA392449F2DC}" type="pres">
      <dgm:prSet presAssocID="{9106B2D0-41F8-BC47-A9E8-812061D023FC}" presName="node" presStyleLbl="node1" presStyleIdx="0" presStyleCnt="5">
        <dgm:presLayoutVars>
          <dgm:bulletEnabled val="1"/>
        </dgm:presLayoutVars>
      </dgm:prSet>
      <dgm:spPr/>
    </dgm:pt>
    <dgm:pt modelId="{8EF4E92E-FAE3-E249-8648-697BCE3A9BCE}" type="pres">
      <dgm:prSet presAssocID="{E1A6A6B6-F605-F54D-9D78-6D8CD50DFD87}" presName="sibTrans" presStyleLbl="sibTrans2D1" presStyleIdx="0" presStyleCnt="5"/>
      <dgm:spPr/>
    </dgm:pt>
    <dgm:pt modelId="{BC718E8C-2088-C647-90E8-BDC136D72C67}" type="pres">
      <dgm:prSet presAssocID="{E1A6A6B6-F605-F54D-9D78-6D8CD50DFD87}" presName="connectorText" presStyleLbl="sibTrans2D1" presStyleIdx="0" presStyleCnt="5"/>
      <dgm:spPr/>
    </dgm:pt>
    <dgm:pt modelId="{35A5E16C-DE49-AA49-A889-265AF641BE1B}" type="pres">
      <dgm:prSet presAssocID="{3E123FCC-6AE0-3D46-8E43-54B623F4BB4C}" presName="node" presStyleLbl="node1" presStyleIdx="1" presStyleCnt="5">
        <dgm:presLayoutVars>
          <dgm:bulletEnabled val="1"/>
        </dgm:presLayoutVars>
      </dgm:prSet>
      <dgm:spPr/>
    </dgm:pt>
    <dgm:pt modelId="{8A255420-16E5-7349-841D-BA965A9BA337}" type="pres">
      <dgm:prSet presAssocID="{5DEE7C99-685E-224B-93F2-640AAD39CEEA}" presName="sibTrans" presStyleLbl="sibTrans2D1" presStyleIdx="1" presStyleCnt="5"/>
      <dgm:spPr/>
    </dgm:pt>
    <dgm:pt modelId="{D3EF5F33-89A3-6343-90EF-789507B2CA8C}" type="pres">
      <dgm:prSet presAssocID="{5DEE7C99-685E-224B-93F2-640AAD39CEEA}" presName="connectorText" presStyleLbl="sibTrans2D1" presStyleIdx="1" presStyleCnt="5"/>
      <dgm:spPr/>
    </dgm:pt>
    <dgm:pt modelId="{5A2A66E8-CD15-B44B-8A11-C1A2866CDEB0}" type="pres">
      <dgm:prSet presAssocID="{C6892EA2-E632-6241-833D-6ADBB1C225AD}" presName="node" presStyleLbl="node1" presStyleIdx="2" presStyleCnt="5">
        <dgm:presLayoutVars>
          <dgm:bulletEnabled val="1"/>
        </dgm:presLayoutVars>
      </dgm:prSet>
      <dgm:spPr/>
    </dgm:pt>
    <dgm:pt modelId="{BCC88C49-0688-B640-9AF8-6C98E46EAB13}" type="pres">
      <dgm:prSet presAssocID="{190CD66C-9D1C-4049-8326-2C627670233F}" presName="sibTrans" presStyleLbl="sibTrans2D1" presStyleIdx="2" presStyleCnt="5"/>
      <dgm:spPr/>
    </dgm:pt>
    <dgm:pt modelId="{B38F48D5-B578-174F-8272-16FFF6D5934A}" type="pres">
      <dgm:prSet presAssocID="{190CD66C-9D1C-4049-8326-2C627670233F}" presName="connectorText" presStyleLbl="sibTrans2D1" presStyleIdx="2" presStyleCnt="5"/>
      <dgm:spPr/>
    </dgm:pt>
    <dgm:pt modelId="{90956B12-44C0-6749-A185-358B68F97EFF}" type="pres">
      <dgm:prSet presAssocID="{A4BFD3E2-7F9A-4448-B90B-B91DD38430CB}" presName="node" presStyleLbl="node1" presStyleIdx="3" presStyleCnt="5">
        <dgm:presLayoutVars>
          <dgm:bulletEnabled val="1"/>
        </dgm:presLayoutVars>
      </dgm:prSet>
      <dgm:spPr/>
    </dgm:pt>
    <dgm:pt modelId="{E313E7B1-20DD-E147-AC7B-F1F336AF21CB}" type="pres">
      <dgm:prSet presAssocID="{D2458287-FB1F-2542-9800-FA76631CA163}" presName="sibTrans" presStyleLbl="sibTrans2D1" presStyleIdx="3" presStyleCnt="5"/>
      <dgm:spPr/>
    </dgm:pt>
    <dgm:pt modelId="{3C22165F-9405-DE42-A7E1-174534243CF6}" type="pres">
      <dgm:prSet presAssocID="{D2458287-FB1F-2542-9800-FA76631CA163}" presName="connectorText" presStyleLbl="sibTrans2D1" presStyleIdx="3" presStyleCnt="5"/>
      <dgm:spPr/>
    </dgm:pt>
    <dgm:pt modelId="{33B05E0B-2F0B-7D4C-80A4-551CE50C99F2}" type="pres">
      <dgm:prSet presAssocID="{2A9BA04A-3486-8A4F-9294-205348CC7A55}" presName="node" presStyleLbl="node1" presStyleIdx="4" presStyleCnt="5">
        <dgm:presLayoutVars>
          <dgm:bulletEnabled val="1"/>
        </dgm:presLayoutVars>
      </dgm:prSet>
      <dgm:spPr/>
    </dgm:pt>
    <dgm:pt modelId="{96424396-B900-324F-B5E3-A1BB4EBD941F}" type="pres">
      <dgm:prSet presAssocID="{30DFA114-6970-0945-97D2-02C947ACEE02}" presName="sibTrans" presStyleLbl="sibTrans2D1" presStyleIdx="4" presStyleCnt="5"/>
      <dgm:spPr/>
    </dgm:pt>
    <dgm:pt modelId="{274F5D26-5108-4646-9EB6-AA6F387C944F}" type="pres">
      <dgm:prSet presAssocID="{30DFA114-6970-0945-97D2-02C947ACEE02}" presName="connectorText" presStyleLbl="sibTrans2D1" presStyleIdx="4" presStyleCnt="5"/>
      <dgm:spPr/>
    </dgm:pt>
  </dgm:ptLst>
  <dgm:cxnLst>
    <dgm:cxn modelId="{F3060911-7DFB-AE4B-9D20-47C988F0BD3B}" srcId="{AB22688E-240A-614E-B030-114CEABBCCA7}" destId="{A4BFD3E2-7F9A-4448-B90B-B91DD38430CB}" srcOrd="3" destOrd="0" parTransId="{76D5CD9D-4A15-2B4B-9AFE-B1762FECCBB4}" sibTransId="{D2458287-FB1F-2542-9800-FA76631CA163}"/>
    <dgm:cxn modelId="{8A531312-306F-334A-B84A-4F5BC209F2BF}" srcId="{AB22688E-240A-614E-B030-114CEABBCCA7}" destId="{C6892EA2-E632-6241-833D-6ADBB1C225AD}" srcOrd="2" destOrd="0" parTransId="{E169E72F-D51F-E440-A1FC-2A25D9F95DD4}" sibTransId="{190CD66C-9D1C-4049-8326-2C627670233F}"/>
    <dgm:cxn modelId="{1AB81113-39C4-F644-962F-59BBEB2614D7}" type="presOf" srcId="{C6892EA2-E632-6241-833D-6ADBB1C225AD}" destId="{5A2A66E8-CD15-B44B-8A11-C1A2866CDEB0}" srcOrd="0" destOrd="0" presId="urn:microsoft.com/office/officeart/2005/8/layout/cycle2"/>
    <dgm:cxn modelId="{EEE81231-1660-0C4E-A0D3-F337DF37F86B}" type="presOf" srcId="{E1A6A6B6-F605-F54D-9D78-6D8CD50DFD87}" destId="{8EF4E92E-FAE3-E249-8648-697BCE3A9BCE}" srcOrd="0" destOrd="0" presId="urn:microsoft.com/office/officeart/2005/8/layout/cycle2"/>
    <dgm:cxn modelId="{C8E87434-CDCA-BA4A-A1D5-DF666DD4613A}" type="presOf" srcId="{E1A6A6B6-F605-F54D-9D78-6D8CD50DFD87}" destId="{BC718E8C-2088-C647-90E8-BDC136D72C67}" srcOrd="1" destOrd="0" presId="urn:microsoft.com/office/officeart/2005/8/layout/cycle2"/>
    <dgm:cxn modelId="{698B5643-A513-9640-B609-034048492E55}" type="presOf" srcId="{A4BFD3E2-7F9A-4448-B90B-B91DD38430CB}" destId="{90956B12-44C0-6749-A185-358B68F97EFF}" srcOrd="0" destOrd="0" presId="urn:microsoft.com/office/officeart/2005/8/layout/cycle2"/>
    <dgm:cxn modelId="{2782BC5E-B3B4-A34C-99AF-82CF2981C1BA}" type="presOf" srcId="{2A9BA04A-3486-8A4F-9294-205348CC7A55}" destId="{33B05E0B-2F0B-7D4C-80A4-551CE50C99F2}" srcOrd="0" destOrd="0" presId="urn:microsoft.com/office/officeart/2005/8/layout/cycle2"/>
    <dgm:cxn modelId="{C0B38C68-3A51-534D-8981-11F5AB1CC66F}" type="presOf" srcId="{190CD66C-9D1C-4049-8326-2C627670233F}" destId="{B38F48D5-B578-174F-8272-16FFF6D5934A}" srcOrd="1" destOrd="0" presId="urn:microsoft.com/office/officeart/2005/8/layout/cycle2"/>
    <dgm:cxn modelId="{C7D1F176-627E-B746-80D5-E9F410DE0DC8}" type="presOf" srcId="{9106B2D0-41F8-BC47-A9E8-812061D023FC}" destId="{E3883C7E-691E-354A-83BC-BA392449F2DC}" srcOrd="0" destOrd="0" presId="urn:microsoft.com/office/officeart/2005/8/layout/cycle2"/>
    <dgm:cxn modelId="{54B5B682-8E0E-0944-83C3-E3D0CCDE3A8E}" type="presOf" srcId="{30DFA114-6970-0945-97D2-02C947ACEE02}" destId="{274F5D26-5108-4646-9EB6-AA6F387C944F}" srcOrd="1" destOrd="0" presId="urn:microsoft.com/office/officeart/2005/8/layout/cycle2"/>
    <dgm:cxn modelId="{BCA50D8C-A8F8-DC4A-8855-EAFD7E397F03}" type="presOf" srcId="{3E123FCC-6AE0-3D46-8E43-54B623F4BB4C}" destId="{35A5E16C-DE49-AA49-A889-265AF641BE1B}" srcOrd="0" destOrd="0" presId="urn:microsoft.com/office/officeart/2005/8/layout/cycle2"/>
    <dgm:cxn modelId="{0F42888D-856C-FB49-97FD-2085296133F7}" type="presOf" srcId="{190CD66C-9D1C-4049-8326-2C627670233F}" destId="{BCC88C49-0688-B640-9AF8-6C98E46EAB13}" srcOrd="0" destOrd="0" presId="urn:microsoft.com/office/officeart/2005/8/layout/cycle2"/>
    <dgm:cxn modelId="{460B25B5-32CA-5E4A-A62A-C2C0FE45A8D5}" type="presOf" srcId="{5DEE7C99-685E-224B-93F2-640AAD39CEEA}" destId="{D3EF5F33-89A3-6343-90EF-789507B2CA8C}" srcOrd="1" destOrd="0" presId="urn:microsoft.com/office/officeart/2005/8/layout/cycle2"/>
    <dgm:cxn modelId="{C58665B5-85F1-C740-95BF-0D4BB21FB85B}" srcId="{AB22688E-240A-614E-B030-114CEABBCCA7}" destId="{2A9BA04A-3486-8A4F-9294-205348CC7A55}" srcOrd="4" destOrd="0" parTransId="{3A6CC60F-6824-A34A-B957-8B9B915ABD18}" sibTransId="{30DFA114-6970-0945-97D2-02C947ACEE02}"/>
    <dgm:cxn modelId="{3316F6BB-13C1-934E-A5B4-8DE77D332058}" srcId="{AB22688E-240A-614E-B030-114CEABBCCA7}" destId="{9106B2D0-41F8-BC47-A9E8-812061D023FC}" srcOrd="0" destOrd="0" parTransId="{0B13D10B-F82D-5946-A5A7-FC3A132D7CA0}" sibTransId="{E1A6A6B6-F605-F54D-9D78-6D8CD50DFD87}"/>
    <dgm:cxn modelId="{ADBE96BE-B480-1F49-854D-A8FBCD70D326}" type="presOf" srcId="{AB22688E-240A-614E-B030-114CEABBCCA7}" destId="{3527D528-DF87-514F-AAAE-63AA69964652}" srcOrd="0" destOrd="0" presId="urn:microsoft.com/office/officeart/2005/8/layout/cycle2"/>
    <dgm:cxn modelId="{C20060BF-0278-8145-AACD-995FE1FEB676}" type="presOf" srcId="{30DFA114-6970-0945-97D2-02C947ACEE02}" destId="{96424396-B900-324F-B5E3-A1BB4EBD941F}" srcOrd="0" destOrd="0" presId="urn:microsoft.com/office/officeart/2005/8/layout/cycle2"/>
    <dgm:cxn modelId="{5D6640C6-2F29-DC4C-A9CD-E36B17C8DF53}" type="presOf" srcId="{5DEE7C99-685E-224B-93F2-640AAD39CEEA}" destId="{8A255420-16E5-7349-841D-BA965A9BA337}" srcOrd="0" destOrd="0" presId="urn:microsoft.com/office/officeart/2005/8/layout/cycle2"/>
    <dgm:cxn modelId="{FFAD44D6-53E0-4A41-918E-E2AD2DE5D13D}" srcId="{AB22688E-240A-614E-B030-114CEABBCCA7}" destId="{3E123FCC-6AE0-3D46-8E43-54B623F4BB4C}" srcOrd="1" destOrd="0" parTransId="{CF3CB42C-F521-804C-AA04-C45671CD5579}" sibTransId="{5DEE7C99-685E-224B-93F2-640AAD39CEEA}"/>
    <dgm:cxn modelId="{E8B8A6E4-0AAB-2547-8CD1-C6375ADD64C7}" type="presOf" srcId="{D2458287-FB1F-2542-9800-FA76631CA163}" destId="{E313E7B1-20DD-E147-AC7B-F1F336AF21CB}" srcOrd="0" destOrd="0" presId="urn:microsoft.com/office/officeart/2005/8/layout/cycle2"/>
    <dgm:cxn modelId="{A009A5E5-D7AC-914D-97A9-A68F958F8581}" type="presOf" srcId="{D2458287-FB1F-2542-9800-FA76631CA163}" destId="{3C22165F-9405-DE42-A7E1-174534243CF6}" srcOrd="1" destOrd="0" presId="urn:microsoft.com/office/officeart/2005/8/layout/cycle2"/>
    <dgm:cxn modelId="{B0A141D7-6949-ED40-A199-8B5BD26DC713}" type="presParOf" srcId="{3527D528-DF87-514F-AAAE-63AA69964652}" destId="{E3883C7E-691E-354A-83BC-BA392449F2DC}" srcOrd="0" destOrd="0" presId="urn:microsoft.com/office/officeart/2005/8/layout/cycle2"/>
    <dgm:cxn modelId="{734D1755-7D58-964E-A89C-D4C9ABBCE98F}" type="presParOf" srcId="{3527D528-DF87-514F-AAAE-63AA69964652}" destId="{8EF4E92E-FAE3-E249-8648-697BCE3A9BCE}" srcOrd="1" destOrd="0" presId="urn:microsoft.com/office/officeart/2005/8/layout/cycle2"/>
    <dgm:cxn modelId="{D73CA01D-657C-3B49-8A89-28DFB38C8DFD}" type="presParOf" srcId="{8EF4E92E-FAE3-E249-8648-697BCE3A9BCE}" destId="{BC718E8C-2088-C647-90E8-BDC136D72C67}" srcOrd="0" destOrd="0" presId="urn:microsoft.com/office/officeart/2005/8/layout/cycle2"/>
    <dgm:cxn modelId="{8C777333-2A17-C84C-A189-275EA9599925}" type="presParOf" srcId="{3527D528-DF87-514F-AAAE-63AA69964652}" destId="{35A5E16C-DE49-AA49-A889-265AF641BE1B}" srcOrd="2" destOrd="0" presId="urn:microsoft.com/office/officeart/2005/8/layout/cycle2"/>
    <dgm:cxn modelId="{40600161-359A-8E4C-AE8C-C4E9CEA020A5}" type="presParOf" srcId="{3527D528-DF87-514F-AAAE-63AA69964652}" destId="{8A255420-16E5-7349-841D-BA965A9BA337}" srcOrd="3" destOrd="0" presId="urn:microsoft.com/office/officeart/2005/8/layout/cycle2"/>
    <dgm:cxn modelId="{2DF71022-C06A-E44F-8252-ADC35849F748}" type="presParOf" srcId="{8A255420-16E5-7349-841D-BA965A9BA337}" destId="{D3EF5F33-89A3-6343-90EF-789507B2CA8C}" srcOrd="0" destOrd="0" presId="urn:microsoft.com/office/officeart/2005/8/layout/cycle2"/>
    <dgm:cxn modelId="{58BC4B2F-B807-424C-8FCB-B37E8E3F3AC7}" type="presParOf" srcId="{3527D528-DF87-514F-AAAE-63AA69964652}" destId="{5A2A66E8-CD15-B44B-8A11-C1A2866CDEB0}" srcOrd="4" destOrd="0" presId="urn:microsoft.com/office/officeart/2005/8/layout/cycle2"/>
    <dgm:cxn modelId="{D5B59245-6990-F341-9EE6-5D37484A8A0F}" type="presParOf" srcId="{3527D528-DF87-514F-AAAE-63AA69964652}" destId="{BCC88C49-0688-B640-9AF8-6C98E46EAB13}" srcOrd="5" destOrd="0" presId="urn:microsoft.com/office/officeart/2005/8/layout/cycle2"/>
    <dgm:cxn modelId="{FC56B5ED-2AAD-1749-B829-3A277B1C15D3}" type="presParOf" srcId="{BCC88C49-0688-B640-9AF8-6C98E46EAB13}" destId="{B38F48D5-B578-174F-8272-16FFF6D5934A}" srcOrd="0" destOrd="0" presId="urn:microsoft.com/office/officeart/2005/8/layout/cycle2"/>
    <dgm:cxn modelId="{2F333684-6E67-BA41-8952-699D3519D035}" type="presParOf" srcId="{3527D528-DF87-514F-AAAE-63AA69964652}" destId="{90956B12-44C0-6749-A185-358B68F97EFF}" srcOrd="6" destOrd="0" presId="urn:microsoft.com/office/officeart/2005/8/layout/cycle2"/>
    <dgm:cxn modelId="{5263B43A-6E99-6A40-B8CB-515C635E6AA4}" type="presParOf" srcId="{3527D528-DF87-514F-AAAE-63AA69964652}" destId="{E313E7B1-20DD-E147-AC7B-F1F336AF21CB}" srcOrd="7" destOrd="0" presId="urn:microsoft.com/office/officeart/2005/8/layout/cycle2"/>
    <dgm:cxn modelId="{7795B510-7315-5144-9B3C-F726B30CD85A}" type="presParOf" srcId="{E313E7B1-20DD-E147-AC7B-F1F336AF21CB}" destId="{3C22165F-9405-DE42-A7E1-174534243CF6}" srcOrd="0" destOrd="0" presId="urn:microsoft.com/office/officeart/2005/8/layout/cycle2"/>
    <dgm:cxn modelId="{DC613331-8026-8646-83F6-BAD5AB6A1ABC}" type="presParOf" srcId="{3527D528-DF87-514F-AAAE-63AA69964652}" destId="{33B05E0B-2F0B-7D4C-80A4-551CE50C99F2}" srcOrd="8" destOrd="0" presId="urn:microsoft.com/office/officeart/2005/8/layout/cycle2"/>
    <dgm:cxn modelId="{A0481834-A535-0647-A9A0-032C9DF70543}" type="presParOf" srcId="{3527D528-DF87-514F-AAAE-63AA69964652}" destId="{96424396-B900-324F-B5E3-A1BB4EBD941F}" srcOrd="9" destOrd="0" presId="urn:microsoft.com/office/officeart/2005/8/layout/cycle2"/>
    <dgm:cxn modelId="{D6055BEB-8B33-B64B-8548-B550BFB03CB9}" type="presParOf" srcId="{96424396-B900-324F-B5E3-A1BB4EBD941F}" destId="{274F5D26-5108-4646-9EB6-AA6F387C944F}" srcOrd="0" destOrd="0" presId="urn:microsoft.com/office/officeart/2005/8/layout/cycle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607D29-1D53-47B8-9EBF-ED0D91E0DB53}" type="doc">
      <dgm:prSet loTypeId="urn:microsoft.com/office/officeart/2005/8/layout/chevron1" loCatId="process" qsTypeId="urn:microsoft.com/office/officeart/2005/8/quickstyle/simple1#3" qsCatId="simple" csTypeId="urn:microsoft.com/office/officeart/2005/8/colors/accent1_2#3" csCatId="accent1" phldr="1"/>
      <dgm:spPr/>
    </dgm:pt>
    <dgm:pt modelId="{4574092D-1ADD-4BA9-B9BA-E87891A4837F}">
      <dgm:prSet phldrT="[文本]"/>
      <dgm:spPr/>
      <dgm:t>
        <a:bodyPr/>
        <a:lstStyle/>
        <a:p>
          <a:r>
            <a:rPr lang="zh-CN" altLang="en-US" dirty="0"/>
            <a:t>数据导入</a:t>
          </a:r>
        </a:p>
      </dgm:t>
    </dgm:pt>
    <dgm:pt modelId="{D4FDE5B3-50A4-40F7-9EEC-D113760364C8}" cxnId="{6E20478F-F900-403A-BE2D-0992AB156CAC}" type="parTrans">
      <dgm:prSet/>
      <dgm:spPr/>
      <dgm:t>
        <a:bodyPr/>
        <a:lstStyle/>
        <a:p>
          <a:endParaRPr lang="zh-CN" altLang="en-US"/>
        </a:p>
      </dgm:t>
    </dgm:pt>
    <dgm:pt modelId="{82434E92-84D4-41C0-A1AE-5AEFF934641E}" cxnId="{6E20478F-F900-403A-BE2D-0992AB156CAC}" type="sibTrans">
      <dgm:prSet/>
      <dgm:spPr/>
      <dgm:t>
        <a:bodyPr/>
        <a:lstStyle/>
        <a:p>
          <a:endParaRPr lang="zh-CN" altLang="en-US"/>
        </a:p>
      </dgm:t>
    </dgm:pt>
    <dgm:pt modelId="{C3AE828A-5402-459B-BDAB-DA21CC41E582}">
      <dgm:prSet phldrT="[文本]"/>
      <dgm:spPr/>
      <dgm:t>
        <a:bodyPr/>
        <a:lstStyle/>
        <a:p>
          <a:r>
            <a:rPr lang="zh-CN" altLang="en-US" dirty="0"/>
            <a:t>数据清理</a:t>
          </a:r>
        </a:p>
      </dgm:t>
    </dgm:pt>
    <dgm:pt modelId="{6A9B382F-88BE-46BD-8E99-ED6AE09AED44}" cxnId="{E08E3C71-BDC5-4583-963A-F872AB4B8641}" type="parTrans">
      <dgm:prSet/>
      <dgm:spPr/>
      <dgm:t>
        <a:bodyPr/>
        <a:lstStyle/>
        <a:p>
          <a:endParaRPr lang="zh-CN" altLang="en-US"/>
        </a:p>
      </dgm:t>
    </dgm:pt>
    <dgm:pt modelId="{68AA26E0-162D-41B9-9786-F16E5F1182EB}" cxnId="{E08E3C71-BDC5-4583-963A-F872AB4B8641}" type="sibTrans">
      <dgm:prSet/>
      <dgm:spPr/>
      <dgm:t>
        <a:bodyPr/>
        <a:lstStyle/>
        <a:p>
          <a:endParaRPr lang="zh-CN" altLang="en-US"/>
        </a:p>
      </dgm:t>
    </dgm:pt>
    <dgm:pt modelId="{2D4E31C5-D02B-485F-9BBF-7DBD9AB4814D}">
      <dgm:prSet phldrT="[文本]"/>
      <dgm:spPr/>
      <dgm:t>
        <a:bodyPr/>
        <a:lstStyle/>
        <a:p>
          <a:r>
            <a:rPr lang="zh-CN" altLang="en-US" dirty="0"/>
            <a:t>描述性统计分析</a:t>
          </a:r>
        </a:p>
      </dgm:t>
    </dgm:pt>
    <dgm:pt modelId="{F40A69A7-A51A-45DF-9799-A930048BF728}" cxnId="{FD507563-61C9-443F-AF55-FC8DDA389EC5}" type="parTrans">
      <dgm:prSet/>
      <dgm:spPr/>
      <dgm:t>
        <a:bodyPr/>
        <a:lstStyle/>
        <a:p>
          <a:endParaRPr lang="zh-CN" altLang="en-US"/>
        </a:p>
      </dgm:t>
    </dgm:pt>
    <dgm:pt modelId="{C4A90B92-D872-4C00-804B-67D8C29BF4B2}" cxnId="{FD507563-61C9-443F-AF55-FC8DDA389EC5}" type="sibTrans">
      <dgm:prSet/>
      <dgm:spPr/>
      <dgm:t>
        <a:bodyPr/>
        <a:lstStyle/>
        <a:p>
          <a:endParaRPr lang="zh-CN" altLang="en-US"/>
        </a:p>
      </dgm:t>
    </dgm:pt>
    <dgm:pt modelId="{32CB9833-E9F5-4F1D-94ED-3C8BFD72D921}">
      <dgm:prSet phldrT="[文本]"/>
      <dgm:spPr/>
      <dgm:t>
        <a:bodyPr/>
        <a:lstStyle/>
        <a:p>
          <a:r>
            <a:rPr lang="zh-CN" altLang="en-US" dirty="0"/>
            <a:t>数据分析</a:t>
          </a:r>
        </a:p>
      </dgm:t>
    </dgm:pt>
    <dgm:pt modelId="{8492DCFD-953D-4707-9CC7-69FECC2D21F9}" cxnId="{4A2947C5-5CA5-48F0-A2C3-96315BD6A5F7}" type="parTrans">
      <dgm:prSet/>
      <dgm:spPr/>
      <dgm:t>
        <a:bodyPr/>
        <a:lstStyle/>
        <a:p>
          <a:endParaRPr lang="zh-CN" altLang="en-US"/>
        </a:p>
      </dgm:t>
    </dgm:pt>
    <dgm:pt modelId="{286FA587-E77F-4A6F-BED3-DADD0D719F46}" cxnId="{4A2947C5-5CA5-48F0-A2C3-96315BD6A5F7}" type="sibTrans">
      <dgm:prSet/>
      <dgm:spPr/>
      <dgm:t>
        <a:bodyPr/>
        <a:lstStyle/>
        <a:p>
          <a:endParaRPr lang="zh-CN" altLang="en-US"/>
        </a:p>
      </dgm:t>
    </dgm:pt>
    <dgm:pt modelId="{1D3D282B-3066-4E41-9056-5A3162853988}">
      <dgm:prSet phldrT="[文本]"/>
      <dgm:spPr/>
      <dgm:t>
        <a:bodyPr/>
        <a:lstStyle/>
        <a:p>
          <a:r>
            <a:rPr lang="zh-CN" altLang="en-US" dirty="0"/>
            <a:t>结果报告与可视化</a:t>
          </a:r>
        </a:p>
      </dgm:t>
    </dgm:pt>
    <dgm:pt modelId="{63491258-E62C-46A1-87EB-9FC9E8146C29}" cxnId="{C6425995-ED0D-420B-BF93-CF6C1196770C}" type="parTrans">
      <dgm:prSet/>
      <dgm:spPr/>
      <dgm:t>
        <a:bodyPr/>
        <a:lstStyle/>
        <a:p>
          <a:endParaRPr lang="zh-CN" altLang="en-US"/>
        </a:p>
      </dgm:t>
    </dgm:pt>
    <dgm:pt modelId="{5A08E1FB-B326-43BB-9442-690B0744E041}" cxnId="{C6425995-ED0D-420B-BF93-CF6C1196770C}" type="sibTrans">
      <dgm:prSet/>
      <dgm:spPr/>
      <dgm:t>
        <a:bodyPr/>
        <a:lstStyle/>
        <a:p>
          <a:endParaRPr lang="zh-CN" altLang="en-US"/>
        </a:p>
      </dgm:t>
    </dgm:pt>
    <dgm:pt modelId="{503A6355-406A-471C-9EB2-4FAA8C6AE275}" type="pres">
      <dgm:prSet presAssocID="{5B607D29-1D53-47B8-9EBF-ED0D91E0DB53}" presName="Name0" presStyleCnt="0">
        <dgm:presLayoutVars>
          <dgm:dir/>
          <dgm:animLvl val="lvl"/>
          <dgm:resizeHandles val="exact"/>
        </dgm:presLayoutVars>
      </dgm:prSet>
      <dgm:spPr/>
    </dgm:pt>
    <dgm:pt modelId="{37C56857-9106-491C-AE09-FC1B5D53CA88}" type="pres">
      <dgm:prSet presAssocID="{4574092D-1ADD-4BA9-B9BA-E87891A4837F}" presName="parTxOnly" presStyleLbl="node1" presStyleIdx="0" presStyleCnt="5">
        <dgm:presLayoutVars>
          <dgm:chMax val="0"/>
          <dgm:chPref val="0"/>
          <dgm:bulletEnabled val="1"/>
        </dgm:presLayoutVars>
      </dgm:prSet>
      <dgm:spPr/>
    </dgm:pt>
    <dgm:pt modelId="{748AFE95-3EC1-4AC9-96B8-390586C1EED1}" type="pres">
      <dgm:prSet presAssocID="{82434E92-84D4-41C0-A1AE-5AEFF934641E}" presName="parTxOnlySpace" presStyleCnt="0"/>
      <dgm:spPr/>
    </dgm:pt>
    <dgm:pt modelId="{D039CEB8-297E-427C-8845-38CF71AAD4B0}" type="pres">
      <dgm:prSet presAssocID="{C3AE828A-5402-459B-BDAB-DA21CC41E582}" presName="parTxOnly" presStyleLbl="node1" presStyleIdx="1" presStyleCnt="5">
        <dgm:presLayoutVars>
          <dgm:chMax val="0"/>
          <dgm:chPref val="0"/>
          <dgm:bulletEnabled val="1"/>
        </dgm:presLayoutVars>
      </dgm:prSet>
      <dgm:spPr/>
    </dgm:pt>
    <dgm:pt modelId="{B52CEEA6-6737-4557-960F-3AF82E9C1ED0}" type="pres">
      <dgm:prSet presAssocID="{68AA26E0-162D-41B9-9786-F16E5F1182EB}" presName="parTxOnlySpace" presStyleCnt="0"/>
      <dgm:spPr/>
    </dgm:pt>
    <dgm:pt modelId="{63E95D9D-976F-47DE-9DBC-1C7616958C87}" type="pres">
      <dgm:prSet presAssocID="{2D4E31C5-D02B-485F-9BBF-7DBD9AB4814D}" presName="parTxOnly" presStyleLbl="node1" presStyleIdx="2" presStyleCnt="5">
        <dgm:presLayoutVars>
          <dgm:chMax val="0"/>
          <dgm:chPref val="0"/>
          <dgm:bulletEnabled val="1"/>
        </dgm:presLayoutVars>
      </dgm:prSet>
      <dgm:spPr/>
    </dgm:pt>
    <dgm:pt modelId="{E6675E5D-BE88-4B2D-99C6-C7C383E3AD89}" type="pres">
      <dgm:prSet presAssocID="{C4A90B92-D872-4C00-804B-67D8C29BF4B2}" presName="parTxOnlySpace" presStyleCnt="0"/>
      <dgm:spPr/>
    </dgm:pt>
    <dgm:pt modelId="{0C0EB823-03A8-4112-87BB-2685F6BD0CAC}" type="pres">
      <dgm:prSet presAssocID="{32CB9833-E9F5-4F1D-94ED-3C8BFD72D921}" presName="parTxOnly" presStyleLbl="node1" presStyleIdx="3" presStyleCnt="5">
        <dgm:presLayoutVars>
          <dgm:chMax val="0"/>
          <dgm:chPref val="0"/>
          <dgm:bulletEnabled val="1"/>
        </dgm:presLayoutVars>
      </dgm:prSet>
      <dgm:spPr/>
    </dgm:pt>
    <dgm:pt modelId="{5F6B8FFD-427C-4F46-A9FF-FC2BAECB39B4}" type="pres">
      <dgm:prSet presAssocID="{286FA587-E77F-4A6F-BED3-DADD0D719F46}" presName="parTxOnlySpace" presStyleCnt="0"/>
      <dgm:spPr/>
    </dgm:pt>
    <dgm:pt modelId="{D03D7DB0-7D51-4696-90BE-882B0543A6E7}" type="pres">
      <dgm:prSet presAssocID="{1D3D282B-3066-4E41-9056-5A3162853988}" presName="parTxOnly" presStyleLbl="node1" presStyleIdx="4" presStyleCnt="5">
        <dgm:presLayoutVars>
          <dgm:chMax val="0"/>
          <dgm:chPref val="0"/>
          <dgm:bulletEnabled val="1"/>
        </dgm:presLayoutVars>
      </dgm:prSet>
      <dgm:spPr/>
    </dgm:pt>
  </dgm:ptLst>
  <dgm:cxnLst>
    <dgm:cxn modelId="{156AFC13-7863-4FC0-B08E-556DF0F24C6F}" type="presOf" srcId="{5B607D29-1D53-47B8-9EBF-ED0D91E0DB53}" destId="{503A6355-406A-471C-9EB2-4FAA8C6AE275}" srcOrd="0" destOrd="0" presId="urn:microsoft.com/office/officeart/2005/8/layout/chevron1"/>
    <dgm:cxn modelId="{8E2BA83D-B795-4008-ACAD-E223761A0ED9}" type="presOf" srcId="{32CB9833-E9F5-4F1D-94ED-3C8BFD72D921}" destId="{0C0EB823-03A8-4112-87BB-2685F6BD0CAC}" srcOrd="0" destOrd="0" presId="urn:microsoft.com/office/officeart/2005/8/layout/chevron1"/>
    <dgm:cxn modelId="{AFCD5A57-B20D-483B-B7B5-2349C45195E3}" type="presOf" srcId="{1D3D282B-3066-4E41-9056-5A3162853988}" destId="{D03D7DB0-7D51-4696-90BE-882B0543A6E7}" srcOrd="0" destOrd="0" presId="urn:microsoft.com/office/officeart/2005/8/layout/chevron1"/>
    <dgm:cxn modelId="{FD507563-61C9-443F-AF55-FC8DDA389EC5}" srcId="{5B607D29-1D53-47B8-9EBF-ED0D91E0DB53}" destId="{2D4E31C5-D02B-485F-9BBF-7DBD9AB4814D}" srcOrd="2" destOrd="0" parTransId="{F40A69A7-A51A-45DF-9799-A930048BF728}" sibTransId="{C4A90B92-D872-4C00-804B-67D8C29BF4B2}"/>
    <dgm:cxn modelId="{E08E3C71-BDC5-4583-963A-F872AB4B8641}" srcId="{5B607D29-1D53-47B8-9EBF-ED0D91E0DB53}" destId="{C3AE828A-5402-459B-BDAB-DA21CC41E582}" srcOrd="1" destOrd="0" parTransId="{6A9B382F-88BE-46BD-8E99-ED6AE09AED44}" sibTransId="{68AA26E0-162D-41B9-9786-F16E5F1182EB}"/>
    <dgm:cxn modelId="{5B35FF88-8EF6-4C5A-A35F-5ABBF551CA2A}" type="presOf" srcId="{4574092D-1ADD-4BA9-B9BA-E87891A4837F}" destId="{37C56857-9106-491C-AE09-FC1B5D53CA88}" srcOrd="0" destOrd="0" presId="urn:microsoft.com/office/officeart/2005/8/layout/chevron1"/>
    <dgm:cxn modelId="{6E20478F-F900-403A-BE2D-0992AB156CAC}" srcId="{5B607D29-1D53-47B8-9EBF-ED0D91E0DB53}" destId="{4574092D-1ADD-4BA9-B9BA-E87891A4837F}" srcOrd="0" destOrd="0" parTransId="{D4FDE5B3-50A4-40F7-9EEC-D113760364C8}" sibTransId="{82434E92-84D4-41C0-A1AE-5AEFF934641E}"/>
    <dgm:cxn modelId="{C6425995-ED0D-420B-BF93-CF6C1196770C}" srcId="{5B607D29-1D53-47B8-9EBF-ED0D91E0DB53}" destId="{1D3D282B-3066-4E41-9056-5A3162853988}" srcOrd="4" destOrd="0" parTransId="{63491258-E62C-46A1-87EB-9FC9E8146C29}" sibTransId="{5A08E1FB-B326-43BB-9442-690B0744E041}"/>
    <dgm:cxn modelId="{A318F6A3-C6F0-4C36-A004-BD5E256639C9}" type="presOf" srcId="{2D4E31C5-D02B-485F-9BBF-7DBD9AB4814D}" destId="{63E95D9D-976F-47DE-9DBC-1C7616958C87}" srcOrd="0" destOrd="0" presId="urn:microsoft.com/office/officeart/2005/8/layout/chevron1"/>
    <dgm:cxn modelId="{290CDCC0-82DF-4025-866F-1A7C6E9FFFE3}" type="presOf" srcId="{C3AE828A-5402-459B-BDAB-DA21CC41E582}" destId="{D039CEB8-297E-427C-8845-38CF71AAD4B0}" srcOrd="0" destOrd="0" presId="urn:microsoft.com/office/officeart/2005/8/layout/chevron1"/>
    <dgm:cxn modelId="{4A2947C5-5CA5-48F0-A2C3-96315BD6A5F7}" srcId="{5B607D29-1D53-47B8-9EBF-ED0D91E0DB53}" destId="{32CB9833-E9F5-4F1D-94ED-3C8BFD72D921}" srcOrd="3" destOrd="0" parTransId="{8492DCFD-953D-4707-9CC7-69FECC2D21F9}" sibTransId="{286FA587-E77F-4A6F-BED3-DADD0D719F46}"/>
    <dgm:cxn modelId="{D0D935D4-F8F3-4B47-B7B9-83FD788019D9}" type="presParOf" srcId="{503A6355-406A-471C-9EB2-4FAA8C6AE275}" destId="{37C56857-9106-491C-AE09-FC1B5D53CA88}" srcOrd="0" destOrd="0" presId="urn:microsoft.com/office/officeart/2005/8/layout/chevron1"/>
    <dgm:cxn modelId="{3D887811-6F1E-4C90-889F-F0239D42D8FF}" type="presParOf" srcId="{503A6355-406A-471C-9EB2-4FAA8C6AE275}" destId="{748AFE95-3EC1-4AC9-96B8-390586C1EED1}" srcOrd="1" destOrd="0" presId="urn:microsoft.com/office/officeart/2005/8/layout/chevron1"/>
    <dgm:cxn modelId="{67884A32-9FDA-4657-9E6A-CFB5ECD7285C}" type="presParOf" srcId="{503A6355-406A-471C-9EB2-4FAA8C6AE275}" destId="{D039CEB8-297E-427C-8845-38CF71AAD4B0}" srcOrd="2" destOrd="0" presId="urn:microsoft.com/office/officeart/2005/8/layout/chevron1"/>
    <dgm:cxn modelId="{B510D2E9-FE1E-4E33-9DF3-E2B0C49B3BA4}" type="presParOf" srcId="{503A6355-406A-471C-9EB2-4FAA8C6AE275}" destId="{B52CEEA6-6737-4557-960F-3AF82E9C1ED0}" srcOrd="3" destOrd="0" presId="urn:microsoft.com/office/officeart/2005/8/layout/chevron1"/>
    <dgm:cxn modelId="{93CADA94-2F5C-4916-BA59-67938C933EB6}" type="presParOf" srcId="{503A6355-406A-471C-9EB2-4FAA8C6AE275}" destId="{63E95D9D-976F-47DE-9DBC-1C7616958C87}" srcOrd="4" destOrd="0" presId="urn:microsoft.com/office/officeart/2005/8/layout/chevron1"/>
    <dgm:cxn modelId="{D9A2E117-A109-40C5-9FC5-F8F71427D7B3}" type="presParOf" srcId="{503A6355-406A-471C-9EB2-4FAA8C6AE275}" destId="{E6675E5D-BE88-4B2D-99C6-C7C383E3AD89}" srcOrd="5" destOrd="0" presId="urn:microsoft.com/office/officeart/2005/8/layout/chevron1"/>
    <dgm:cxn modelId="{A03E158A-08F4-40F8-8A86-19D9ED5E0FF9}" type="presParOf" srcId="{503A6355-406A-471C-9EB2-4FAA8C6AE275}" destId="{0C0EB823-03A8-4112-87BB-2685F6BD0CAC}" srcOrd="6" destOrd="0" presId="urn:microsoft.com/office/officeart/2005/8/layout/chevron1"/>
    <dgm:cxn modelId="{85AD1D4A-9141-456E-AF2C-1227822F554F}" type="presParOf" srcId="{503A6355-406A-471C-9EB2-4FAA8C6AE275}" destId="{5F6B8FFD-427C-4F46-A9FF-FC2BAECB39B4}" srcOrd="7" destOrd="0" presId="urn:microsoft.com/office/officeart/2005/8/layout/chevron1"/>
    <dgm:cxn modelId="{91F85D35-FFCF-4DC7-BC7B-5D8571C05F33}" type="presParOf" srcId="{503A6355-406A-471C-9EB2-4FAA8C6AE275}" destId="{D03D7DB0-7D51-4696-90BE-882B0543A6E7}"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B607D29-1D53-47B8-9EBF-ED0D91E0DB53}" type="doc">
      <dgm:prSet loTypeId="urn:microsoft.com/office/officeart/2005/8/layout/chevron1" loCatId="process" qsTypeId="urn:microsoft.com/office/officeart/2005/8/quickstyle/simple1#4" qsCatId="simple" csTypeId="urn:microsoft.com/office/officeart/2005/8/colors/accent1_2#4" csCatId="accent1" phldr="1"/>
      <dgm:spPr/>
    </dgm:pt>
    <dgm:pt modelId="{4574092D-1ADD-4BA9-B9BA-E87891A4837F}">
      <dgm:prSet phldrT="[文本]"/>
      <dgm:spPr/>
      <dgm:t>
        <a:bodyPr/>
        <a:lstStyle/>
        <a:p>
          <a:r>
            <a:rPr lang="zh-CN" altLang="en-US" dirty="0"/>
            <a:t>数据导入</a:t>
          </a:r>
        </a:p>
      </dgm:t>
    </dgm:pt>
    <dgm:pt modelId="{D4FDE5B3-50A4-40F7-9EEC-D113760364C8}" cxnId="{6E20478F-F900-403A-BE2D-0992AB156CAC}" type="parTrans">
      <dgm:prSet/>
      <dgm:spPr/>
      <dgm:t>
        <a:bodyPr/>
        <a:lstStyle/>
        <a:p>
          <a:endParaRPr lang="zh-CN" altLang="en-US"/>
        </a:p>
      </dgm:t>
    </dgm:pt>
    <dgm:pt modelId="{82434E92-84D4-41C0-A1AE-5AEFF934641E}" cxnId="{6E20478F-F900-403A-BE2D-0992AB156CAC}" type="sibTrans">
      <dgm:prSet/>
      <dgm:spPr/>
      <dgm:t>
        <a:bodyPr/>
        <a:lstStyle/>
        <a:p>
          <a:endParaRPr lang="zh-CN" altLang="en-US"/>
        </a:p>
      </dgm:t>
    </dgm:pt>
    <dgm:pt modelId="{C3AE828A-5402-459B-BDAB-DA21CC41E582}">
      <dgm:prSet phldrT="[文本]"/>
      <dgm:spPr/>
      <dgm:t>
        <a:bodyPr/>
        <a:lstStyle/>
        <a:p>
          <a:r>
            <a:rPr lang="zh-CN" altLang="en-US" dirty="0"/>
            <a:t>数据清理</a:t>
          </a:r>
        </a:p>
      </dgm:t>
    </dgm:pt>
    <dgm:pt modelId="{6A9B382F-88BE-46BD-8E99-ED6AE09AED44}" cxnId="{E08E3C71-BDC5-4583-963A-F872AB4B8641}" type="parTrans">
      <dgm:prSet/>
      <dgm:spPr/>
      <dgm:t>
        <a:bodyPr/>
        <a:lstStyle/>
        <a:p>
          <a:endParaRPr lang="zh-CN" altLang="en-US"/>
        </a:p>
      </dgm:t>
    </dgm:pt>
    <dgm:pt modelId="{68AA26E0-162D-41B9-9786-F16E5F1182EB}" cxnId="{E08E3C71-BDC5-4583-963A-F872AB4B8641}" type="sibTrans">
      <dgm:prSet/>
      <dgm:spPr/>
      <dgm:t>
        <a:bodyPr/>
        <a:lstStyle/>
        <a:p>
          <a:endParaRPr lang="zh-CN" altLang="en-US"/>
        </a:p>
      </dgm:t>
    </dgm:pt>
    <dgm:pt modelId="{2D4E31C5-D02B-485F-9BBF-7DBD9AB4814D}">
      <dgm:prSet phldrT="[文本]"/>
      <dgm:spPr/>
      <dgm:t>
        <a:bodyPr/>
        <a:lstStyle/>
        <a:p>
          <a:r>
            <a:rPr lang="zh-CN" altLang="en-US" dirty="0"/>
            <a:t>描述性统计分析</a:t>
          </a:r>
        </a:p>
      </dgm:t>
    </dgm:pt>
    <dgm:pt modelId="{F40A69A7-A51A-45DF-9799-A930048BF728}" cxnId="{FD507563-61C9-443F-AF55-FC8DDA389EC5}" type="parTrans">
      <dgm:prSet/>
      <dgm:spPr/>
      <dgm:t>
        <a:bodyPr/>
        <a:lstStyle/>
        <a:p>
          <a:endParaRPr lang="zh-CN" altLang="en-US"/>
        </a:p>
      </dgm:t>
    </dgm:pt>
    <dgm:pt modelId="{C4A90B92-D872-4C00-804B-67D8C29BF4B2}" cxnId="{FD507563-61C9-443F-AF55-FC8DDA389EC5}" type="sibTrans">
      <dgm:prSet/>
      <dgm:spPr/>
      <dgm:t>
        <a:bodyPr/>
        <a:lstStyle/>
        <a:p>
          <a:endParaRPr lang="zh-CN" altLang="en-US"/>
        </a:p>
      </dgm:t>
    </dgm:pt>
    <dgm:pt modelId="{32CB9833-E9F5-4F1D-94ED-3C8BFD72D921}">
      <dgm:prSet phldrT="[文本]"/>
      <dgm:spPr/>
      <dgm:t>
        <a:bodyPr/>
        <a:lstStyle/>
        <a:p>
          <a:r>
            <a:rPr lang="zh-CN" altLang="en-US" dirty="0"/>
            <a:t>数据分析</a:t>
          </a:r>
        </a:p>
      </dgm:t>
    </dgm:pt>
    <dgm:pt modelId="{8492DCFD-953D-4707-9CC7-69FECC2D21F9}" cxnId="{4A2947C5-5CA5-48F0-A2C3-96315BD6A5F7}" type="parTrans">
      <dgm:prSet/>
      <dgm:spPr/>
      <dgm:t>
        <a:bodyPr/>
        <a:lstStyle/>
        <a:p>
          <a:endParaRPr lang="zh-CN" altLang="en-US"/>
        </a:p>
      </dgm:t>
    </dgm:pt>
    <dgm:pt modelId="{286FA587-E77F-4A6F-BED3-DADD0D719F46}" cxnId="{4A2947C5-5CA5-48F0-A2C3-96315BD6A5F7}" type="sibTrans">
      <dgm:prSet/>
      <dgm:spPr/>
      <dgm:t>
        <a:bodyPr/>
        <a:lstStyle/>
        <a:p>
          <a:endParaRPr lang="zh-CN" altLang="en-US"/>
        </a:p>
      </dgm:t>
    </dgm:pt>
    <dgm:pt modelId="{1D3D282B-3066-4E41-9056-5A3162853988}">
      <dgm:prSet phldrT="[文本]"/>
      <dgm:spPr/>
      <dgm:t>
        <a:bodyPr/>
        <a:lstStyle/>
        <a:p>
          <a:r>
            <a:rPr lang="zh-CN" altLang="en-US" dirty="0"/>
            <a:t>结果报告与可视化</a:t>
          </a:r>
        </a:p>
      </dgm:t>
    </dgm:pt>
    <dgm:pt modelId="{63491258-E62C-46A1-87EB-9FC9E8146C29}" cxnId="{C6425995-ED0D-420B-BF93-CF6C1196770C}" type="parTrans">
      <dgm:prSet/>
      <dgm:spPr/>
      <dgm:t>
        <a:bodyPr/>
        <a:lstStyle/>
        <a:p>
          <a:endParaRPr lang="zh-CN" altLang="en-US"/>
        </a:p>
      </dgm:t>
    </dgm:pt>
    <dgm:pt modelId="{5A08E1FB-B326-43BB-9442-690B0744E041}" cxnId="{C6425995-ED0D-420B-BF93-CF6C1196770C}" type="sibTrans">
      <dgm:prSet/>
      <dgm:spPr/>
      <dgm:t>
        <a:bodyPr/>
        <a:lstStyle/>
        <a:p>
          <a:endParaRPr lang="zh-CN" altLang="en-US"/>
        </a:p>
      </dgm:t>
    </dgm:pt>
    <dgm:pt modelId="{503A6355-406A-471C-9EB2-4FAA8C6AE275}" type="pres">
      <dgm:prSet presAssocID="{5B607D29-1D53-47B8-9EBF-ED0D91E0DB53}" presName="Name0" presStyleCnt="0">
        <dgm:presLayoutVars>
          <dgm:dir/>
          <dgm:animLvl val="lvl"/>
          <dgm:resizeHandles val="exact"/>
        </dgm:presLayoutVars>
      </dgm:prSet>
      <dgm:spPr/>
    </dgm:pt>
    <dgm:pt modelId="{37C56857-9106-491C-AE09-FC1B5D53CA88}" type="pres">
      <dgm:prSet presAssocID="{4574092D-1ADD-4BA9-B9BA-E87891A4837F}" presName="parTxOnly" presStyleLbl="node1" presStyleIdx="0" presStyleCnt="5">
        <dgm:presLayoutVars>
          <dgm:chMax val="0"/>
          <dgm:chPref val="0"/>
          <dgm:bulletEnabled val="1"/>
        </dgm:presLayoutVars>
      </dgm:prSet>
      <dgm:spPr/>
    </dgm:pt>
    <dgm:pt modelId="{748AFE95-3EC1-4AC9-96B8-390586C1EED1}" type="pres">
      <dgm:prSet presAssocID="{82434E92-84D4-41C0-A1AE-5AEFF934641E}" presName="parTxOnlySpace" presStyleCnt="0"/>
      <dgm:spPr/>
    </dgm:pt>
    <dgm:pt modelId="{D039CEB8-297E-427C-8845-38CF71AAD4B0}" type="pres">
      <dgm:prSet presAssocID="{C3AE828A-5402-459B-BDAB-DA21CC41E582}" presName="parTxOnly" presStyleLbl="node1" presStyleIdx="1" presStyleCnt="5">
        <dgm:presLayoutVars>
          <dgm:chMax val="0"/>
          <dgm:chPref val="0"/>
          <dgm:bulletEnabled val="1"/>
        </dgm:presLayoutVars>
      </dgm:prSet>
      <dgm:spPr/>
    </dgm:pt>
    <dgm:pt modelId="{B52CEEA6-6737-4557-960F-3AF82E9C1ED0}" type="pres">
      <dgm:prSet presAssocID="{68AA26E0-162D-41B9-9786-F16E5F1182EB}" presName="parTxOnlySpace" presStyleCnt="0"/>
      <dgm:spPr/>
    </dgm:pt>
    <dgm:pt modelId="{63E95D9D-976F-47DE-9DBC-1C7616958C87}" type="pres">
      <dgm:prSet presAssocID="{2D4E31C5-D02B-485F-9BBF-7DBD9AB4814D}" presName="parTxOnly" presStyleLbl="node1" presStyleIdx="2" presStyleCnt="5">
        <dgm:presLayoutVars>
          <dgm:chMax val="0"/>
          <dgm:chPref val="0"/>
          <dgm:bulletEnabled val="1"/>
        </dgm:presLayoutVars>
      </dgm:prSet>
      <dgm:spPr/>
    </dgm:pt>
    <dgm:pt modelId="{E6675E5D-BE88-4B2D-99C6-C7C383E3AD89}" type="pres">
      <dgm:prSet presAssocID="{C4A90B92-D872-4C00-804B-67D8C29BF4B2}" presName="parTxOnlySpace" presStyleCnt="0"/>
      <dgm:spPr/>
    </dgm:pt>
    <dgm:pt modelId="{0C0EB823-03A8-4112-87BB-2685F6BD0CAC}" type="pres">
      <dgm:prSet presAssocID="{32CB9833-E9F5-4F1D-94ED-3C8BFD72D921}" presName="parTxOnly" presStyleLbl="node1" presStyleIdx="3" presStyleCnt="5">
        <dgm:presLayoutVars>
          <dgm:chMax val="0"/>
          <dgm:chPref val="0"/>
          <dgm:bulletEnabled val="1"/>
        </dgm:presLayoutVars>
      </dgm:prSet>
      <dgm:spPr/>
    </dgm:pt>
    <dgm:pt modelId="{5F6B8FFD-427C-4F46-A9FF-FC2BAECB39B4}" type="pres">
      <dgm:prSet presAssocID="{286FA587-E77F-4A6F-BED3-DADD0D719F46}" presName="parTxOnlySpace" presStyleCnt="0"/>
      <dgm:spPr/>
    </dgm:pt>
    <dgm:pt modelId="{D03D7DB0-7D51-4696-90BE-882B0543A6E7}" type="pres">
      <dgm:prSet presAssocID="{1D3D282B-3066-4E41-9056-5A3162853988}" presName="parTxOnly" presStyleLbl="node1" presStyleIdx="4" presStyleCnt="5">
        <dgm:presLayoutVars>
          <dgm:chMax val="0"/>
          <dgm:chPref val="0"/>
          <dgm:bulletEnabled val="1"/>
        </dgm:presLayoutVars>
      </dgm:prSet>
      <dgm:spPr/>
    </dgm:pt>
  </dgm:ptLst>
  <dgm:cxnLst>
    <dgm:cxn modelId="{156AFC13-7863-4FC0-B08E-556DF0F24C6F}" type="presOf" srcId="{5B607D29-1D53-47B8-9EBF-ED0D91E0DB53}" destId="{503A6355-406A-471C-9EB2-4FAA8C6AE275}" srcOrd="0" destOrd="0" presId="urn:microsoft.com/office/officeart/2005/8/layout/chevron1"/>
    <dgm:cxn modelId="{8E2BA83D-B795-4008-ACAD-E223761A0ED9}" type="presOf" srcId="{32CB9833-E9F5-4F1D-94ED-3C8BFD72D921}" destId="{0C0EB823-03A8-4112-87BB-2685F6BD0CAC}" srcOrd="0" destOrd="0" presId="urn:microsoft.com/office/officeart/2005/8/layout/chevron1"/>
    <dgm:cxn modelId="{AFCD5A57-B20D-483B-B7B5-2349C45195E3}" type="presOf" srcId="{1D3D282B-3066-4E41-9056-5A3162853988}" destId="{D03D7DB0-7D51-4696-90BE-882B0543A6E7}" srcOrd="0" destOrd="0" presId="urn:microsoft.com/office/officeart/2005/8/layout/chevron1"/>
    <dgm:cxn modelId="{FD507563-61C9-443F-AF55-FC8DDA389EC5}" srcId="{5B607D29-1D53-47B8-9EBF-ED0D91E0DB53}" destId="{2D4E31C5-D02B-485F-9BBF-7DBD9AB4814D}" srcOrd="2" destOrd="0" parTransId="{F40A69A7-A51A-45DF-9799-A930048BF728}" sibTransId="{C4A90B92-D872-4C00-804B-67D8C29BF4B2}"/>
    <dgm:cxn modelId="{E08E3C71-BDC5-4583-963A-F872AB4B8641}" srcId="{5B607D29-1D53-47B8-9EBF-ED0D91E0DB53}" destId="{C3AE828A-5402-459B-BDAB-DA21CC41E582}" srcOrd="1" destOrd="0" parTransId="{6A9B382F-88BE-46BD-8E99-ED6AE09AED44}" sibTransId="{68AA26E0-162D-41B9-9786-F16E5F1182EB}"/>
    <dgm:cxn modelId="{5B35FF88-8EF6-4C5A-A35F-5ABBF551CA2A}" type="presOf" srcId="{4574092D-1ADD-4BA9-B9BA-E87891A4837F}" destId="{37C56857-9106-491C-AE09-FC1B5D53CA88}" srcOrd="0" destOrd="0" presId="urn:microsoft.com/office/officeart/2005/8/layout/chevron1"/>
    <dgm:cxn modelId="{6E20478F-F900-403A-BE2D-0992AB156CAC}" srcId="{5B607D29-1D53-47B8-9EBF-ED0D91E0DB53}" destId="{4574092D-1ADD-4BA9-B9BA-E87891A4837F}" srcOrd="0" destOrd="0" parTransId="{D4FDE5B3-50A4-40F7-9EEC-D113760364C8}" sibTransId="{82434E92-84D4-41C0-A1AE-5AEFF934641E}"/>
    <dgm:cxn modelId="{C6425995-ED0D-420B-BF93-CF6C1196770C}" srcId="{5B607D29-1D53-47B8-9EBF-ED0D91E0DB53}" destId="{1D3D282B-3066-4E41-9056-5A3162853988}" srcOrd="4" destOrd="0" parTransId="{63491258-E62C-46A1-87EB-9FC9E8146C29}" sibTransId="{5A08E1FB-B326-43BB-9442-690B0744E041}"/>
    <dgm:cxn modelId="{A318F6A3-C6F0-4C36-A004-BD5E256639C9}" type="presOf" srcId="{2D4E31C5-D02B-485F-9BBF-7DBD9AB4814D}" destId="{63E95D9D-976F-47DE-9DBC-1C7616958C87}" srcOrd="0" destOrd="0" presId="urn:microsoft.com/office/officeart/2005/8/layout/chevron1"/>
    <dgm:cxn modelId="{290CDCC0-82DF-4025-866F-1A7C6E9FFFE3}" type="presOf" srcId="{C3AE828A-5402-459B-BDAB-DA21CC41E582}" destId="{D039CEB8-297E-427C-8845-38CF71AAD4B0}" srcOrd="0" destOrd="0" presId="urn:microsoft.com/office/officeart/2005/8/layout/chevron1"/>
    <dgm:cxn modelId="{4A2947C5-5CA5-48F0-A2C3-96315BD6A5F7}" srcId="{5B607D29-1D53-47B8-9EBF-ED0D91E0DB53}" destId="{32CB9833-E9F5-4F1D-94ED-3C8BFD72D921}" srcOrd="3" destOrd="0" parTransId="{8492DCFD-953D-4707-9CC7-69FECC2D21F9}" sibTransId="{286FA587-E77F-4A6F-BED3-DADD0D719F46}"/>
    <dgm:cxn modelId="{D0D935D4-F8F3-4B47-B7B9-83FD788019D9}" type="presParOf" srcId="{503A6355-406A-471C-9EB2-4FAA8C6AE275}" destId="{37C56857-9106-491C-AE09-FC1B5D53CA88}" srcOrd="0" destOrd="0" presId="urn:microsoft.com/office/officeart/2005/8/layout/chevron1"/>
    <dgm:cxn modelId="{3D887811-6F1E-4C90-889F-F0239D42D8FF}" type="presParOf" srcId="{503A6355-406A-471C-9EB2-4FAA8C6AE275}" destId="{748AFE95-3EC1-4AC9-96B8-390586C1EED1}" srcOrd="1" destOrd="0" presId="urn:microsoft.com/office/officeart/2005/8/layout/chevron1"/>
    <dgm:cxn modelId="{67884A32-9FDA-4657-9E6A-CFB5ECD7285C}" type="presParOf" srcId="{503A6355-406A-471C-9EB2-4FAA8C6AE275}" destId="{D039CEB8-297E-427C-8845-38CF71AAD4B0}" srcOrd="2" destOrd="0" presId="urn:microsoft.com/office/officeart/2005/8/layout/chevron1"/>
    <dgm:cxn modelId="{B510D2E9-FE1E-4E33-9DF3-E2B0C49B3BA4}" type="presParOf" srcId="{503A6355-406A-471C-9EB2-4FAA8C6AE275}" destId="{B52CEEA6-6737-4557-960F-3AF82E9C1ED0}" srcOrd="3" destOrd="0" presId="urn:microsoft.com/office/officeart/2005/8/layout/chevron1"/>
    <dgm:cxn modelId="{93CADA94-2F5C-4916-BA59-67938C933EB6}" type="presParOf" srcId="{503A6355-406A-471C-9EB2-4FAA8C6AE275}" destId="{63E95D9D-976F-47DE-9DBC-1C7616958C87}" srcOrd="4" destOrd="0" presId="urn:microsoft.com/office/officeart/2005/8/layout/chevron1"/>
    <dgm:cxn modelId="{D9A2E117-A109-40C5-9FC5-F8F71427D7B3}" type="presParOf" srcId="{503A6355-406A-471C-9EB2-4FAA8C6AE275}" destId="{E6675E5D-BE88-4B2D-99C6-C7C383E3AD89}" srcOrd="5" destOrd="0" presId="urn:microsoft.com/office/officeart/2005/8/layout/chevron1"/>
    <dgm:cxn modelId="{A03E158A-08F4-40F8-8A86-19D9ED5E0FF9}" type="presParOf" srcId="{503A6355-406A-471C-9EB2-4FAA8C6AE275}" destId="{0C0EB823-03A8-4112-87BB-2685F6BD0CAC}" srcOrd="6" destOrd="0" presId="urn:microsoft.com/office/officeart/2005/8/layout/chevron1"/>
    <dgm:cxn modelId="{85AD1D4A-9141-456E-AF2C-1227822F554F}" type="presParOf" srcId="{503A6355-406A-471C-9EB2-4FAA8C6AE275}" destId="{5F6B8FFD-427C-4F46-A9FF-FC2BAECB39B4}" srcOrd="7" destOrd="0" presId="urn:microsoft.com/office/officeart/2005/8/layout/chevron1"/>
    <dgm:cxn modelId="{91F85D35-FFCF-4DC7-BC7B-5D8571C05F33}" type="presParOf" srcId="{503A6355-406A-471C-9EB2-4FAA8C6AE275}" destId="{D03D7DB0-7D51-4696-90BE-882B0543A6E7}" srcOrd="8" destOrd="0" presId="urn:microsoft.com/office/officeart/2005/8/layout/chevron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515600" cy="4996543"/>
        <a:chOff x="0" y="0"/>
        <a:chExt cx="10515600" cy="4996543"/>
      </a:xfrm>
    </dsp:grpSpPr>
    <dsp:sp modelId="{E3883C7E-691E-354A-83BC-BA392449F2DC}">
      <dsp:nvSpPr>
        <dsp:cNvPr id="3" name="椭圆 2"/>
        <dsp:cNvSpPr/>
      </dsp:nvSpPr>
      <dsp:spPr bwMode="white">
        <a:xfrm>
          <a:off x="4502639" y="0"/>
          <a:ext cx="1510322" cy="1510322"/>
        </a:xfrm>
        <a:prstGeom prst="ellipse">
          <a:avLst/>
        </a:prstGeom>
      </dsp:spPr>
      <dsp:style>
        <a:lnRef idx="2">
          <a:schemeClr val="dk1">
            <a:shade val="80000"/>
          </a:schemeClr>
        </a:lnRef>
        <a:fillRef idx="1">
          <a:schemeClr val="lt1"/>
        </a:fillRef>
        <a:effectRef idx="0">
          <a:scrgbClr r="0" g="0" b="0"/>
        </a:effectRef>
        <a:fontRef idx="minor">
          <a:schemeClr val="lt1"/>
        </a:fontRef>
      </dsp:style>
      <dsp:txBody>
        <a:bodyPr lIns="21590" tIns="21590" rIns="21590" bIns="21590"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dirty="0" err="1">
              <a:solidFill>
                <a:schemeClr val="dk1"/>
              </a:solidFill>
              <a:latin typeface="Times New Roman" panose="02020503050405090304" pitchFamily="18" charset="0"/>
              <a:ea typeface="宋体" pitchFamily="2" charset="-122"/>
              <a:cs typeface="Times New Roman" panose="02020503050405090304" pitchFamily="18" charset="0"/>
            </a:rPr>
            <a:t>问题</a:t>
          </a:r>
          <a:endParaRPr lang="en-US" dirty="0">
            <a:solidFill>
              <a:schemeClr val="dk1"/>
            </a:solidFill>
            <a:latin typeface="Times New Roman" panose="02020503050405090304" pitchFamily="18" charset="0"/>
            <a:ea typeface="宋体" pitchFamily="2" charset="-122"/>
            <a:cs typeface="Times New Roman" panose="02020503050405090304" pitchFamily="18" charset="0"/>
          </a:endParaRPr>
        </a:p>
        <a:p>
          <a:pPr lvl="0">
            <a:lnSpc>
              <a:spcPct val="100000"/>
            </a:lnSpc>
            <a:spcBef>
              <a:spcPct val="0"/>
            </a:spcBef>
            <a:spcAft>
              <a:spcPct val="35000"/>
            </a:spcAft>
          </a:pPr>
          <a:r>
            <a:rPr lang="en-US" dirty="0">
              <a:solidFill>
                <a:schemeClr val="dk1"/>
              </a:solidFill>
              <a:latin typeface="Times New Roman" panose="02020503050405090304" pitchFamily="18" charset="0"/>
              <a:ea typeface="宋体" pitchFamily="2" charset="-122"/>
              <a:cs typeface="Times New Roman" panose="02020503050405090304" pitchFamily="18" charset="0"/>
            </a:rPr>
            <a:t>(problem)</a:t>
          </a:r>
          <a:endParaRPr>
            <a:solidFill>
              <a:schemeClr val="dk1"/>
            </a:solidFill>
          </a:endParaRPr>
        </a:p>
      </dsp:txBody>
      <dsp:txXfrm>
        <a:off x="4502639" y="0"/>
        <a:ext cx="1510322" cy="1510322"/>
      </dsp:txXfrm>
    </dsp:sp>
    <dsp:sp modelId="{8EF4E92E-FAE3-E249-8648-697BCE3A9BCE}">
      <dsp:nvSpPr>
        <dsp:cNvPr id="4" name="右箭头 3"/>
        <dsp:cNvSpPr/>
      </dsp:nvSpPr>
      <dsp:spPr bwMode="white">
        <a:xfrm rot="2159999">
          <a:off x="5974090" y="1166103"/>
          <a:ext cx="400235" cy="509734"/>
        </a:xfrm>
        <a:prstGeom prst="rightArrow">
          <a:avLst>
            <a:gd name="adj1" fmla="val 60000"/>
            <a:gd name="adj2" fmla="val 50000"/>
          </a:avLst>
        </a:prstGeom>
      </dsp:spPr>
      <dsp:style>
        <a:lnRef idx="0">
          <a:schemeClr val="dk1">
            <a:tint val="60000"/>
          </a:schemeClr>
        </a:lnRef>
        <a:fillRef idx="1">
          <a:schemeClr val="dk1">
            <a:tint val="60000"/>
          </a:schemeClr>
        </a:fillRef>
        <a:effectRef idx="0">
          <a:scrgbClr r="0" g="0" b="0"/>
        </a:effectRef>
        <a:fontRef idx="minor">
          <a:schemeClr val="lt1"/>
        </a:fontRef>
      </dsp:style>
      <dsp:txBody>
        <a:bodyPr lIns="0" tIns="0" rIns="0" bIns="0" anchor="ctr"/>
        <a:lstStyle>
          <a:lvl1pPr algn="ctr">
            <a:defRPr sz="20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endParaRPr lang="en-US">
            <a:solidFill>
              <a:schemeClr val="dk1"/>
            </a:solidFill>
            <a:latin typeface="Times New Roman" panose="02020503050405090304" pitchFamily="18" charset="0"/>
            <a:ea typeface="宋体" pitchFamily="2" charset="-122"/>
            <a:cs typeface="Times New Roman" panose="02020503050405090304" pitchFamily="18" charset="0"/>
          </a:endParaRPr>
        </a:p>
      </dsp:txBody>
      <dsp:txXfrm rot="2159999">
        <a:off x="5974090" y="1166103"/>
        <a:ext cx="400235" cy="509734"/>
      </dsp:txXfrm>
    </dsp:sp>
    <dsp:sp modelId="{35A5E16C-DE49-AA49-A889-265AF641BE1B}">
      <dsp:nvSpPr>
        <dsp:cNvPr id="5" name="椭圆 4"/>
        <dsp:cNvSpPr/>
      </dsp:nvSpPr>
      <dsp:spPr bwMode="white">
        <a:xfrm>
          <a:off x="6335453" y="1331618"/>
          <a:ext cx="1510322" cy="1510322"/>
        </a:xfrm>
        <a:prstGeom prst="ellipse">
          <a:avLst/>
        </a:prstGeom>
      </dsp:spPr>
      <dsp:style>
        <a:lnRef idx="2">
          <a:schemeClr val="dk1">
            <a:shade val="80000"/>
          </a:schemeClr>
        </a:lnRef>
        <a:fillRef idx="1">
          <a:schemeClr val="lt1"/>
        </a:fillRef>
        <a:effectRef idx="0">
          <a:scrgbClr r="0" g="0" b="0"/>
        </a:effectRef>
        <a:fontRef idx="minor">
          <a:schemeClr val="lt1"/>
        </a:fontRef>
      </dsp:style>
      <dsp:txBody>
        <a:bodyPr lIns="21590" tIns="21590" rIns="21590" bIns="21590"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dirty="0" err="1">
              <a:solidFill>
                <a:schemeClr val="dk1"/>
              </a:solidFill>
              <a:latin typeface="Times New Roman" panose="02020503050405090304" pitchFamily="18" charset="0"/>
              <a:ea typeface="宋体" pitchFamily="2" charset="-122"/>
              <a:cs typeface="Times New Roman" panose="02020503050405090304" pitchFamily="18" charset="0"/>
            </a:rPr>
            <a:t>计划</a:t>
          </a:r>
          <a:endParaRPr lang="en-US" dirty="0">
            <a:solidFill>
              <a:schemeClr val="dk1"/>
            </a:solidFill>
            <a:latin typeface="Times New Roman" panose="02020503050405090304" pitchFamily="18" charset="0"/>
            <a:ea typeface="宋体" pitchFamily="2" charset="-122"/>
            <a:cs typeface="Times New Roman" panose="02020503050405090304" pitchFamily="18" charset="0"/>
          </a:endParaRPr>
        </a:p>
        <a:p>
          <a:pPr lvl="0">
            <a:lnSpc>
              <a:spcPct val="100000"/>
            </a:lnSpc>
            <a:spcBef>
              <a:spcPct val="0"/>
            </a:spcBef>
            <a:spcAft>
              <a:spcPct val="35000"/>
            </a:spcAft>
          </a:pPr>
          <a:r>
            <a:rPr lang="en-US" dirty="0">
              <a:solidFill>
                <a:schemeClr val="dk1"/>
              </a:solidFill>
              <a:latin typeface="Times New Roman" panose="02020503050405090304" pitchFamily="18" charset="0"/>
              <a:ea typeface="宋体" pitchFamily="2" charset="-122"/>
              <a:cs typeface="Times New Roman" panose="02020503050405090304" pitchFamily="18" charset="0"/>
            </a:rPr>
            <a:t>(plan)</a:t>
          </a:r>
          <a:endParaRPr>
            <a:solidFill>
              <a:schemeClr val="dk1"/>
            </a:solidFill>
          </a:endParaRPr>
        </a:p>
      </dsp:txBody>
      <dsp:txXfrm>
        <a:off x="6335453" y="1331618"/>
        <a:ext cx="1510322" cy="1510322"/>
      </dsp:txXfrm>
    </dsp:sp>
    <dsp:sp modelId="{8A255420-16E5-7349-841D-BA965A9BA337}">
      <dsp:nvSpPr>
        <dsp:cNvPr id="6" name="右箭头 5"/>
        <dsp:cNvSpPr/>
      </dsp:nvSpPr>
      <dsp:spPr bwMode="white">
        <a:xfrm rot="6480000">
          <a:off x="6540460" y="2909214"/>
          <a:ext cx="400235" cy="509734"/>
        </a:xfrm>
        <a:prstGeom prst="rightArrow">
          <a:avLst>
            <a:gd name="adj1" fmla="val 60000"/>
            <a:gd name="adj2" fmla="val 50000"/>
          </a:avLst>
        </a:prstGeom>
      </dsp:spPr>
      <dsp:style>
        <a:lnRef idx="0">
          <a:schemeClr val="dk1">
            <a:tint val="60000"/>
          </a:schemeClr>
        </a:lnRef>
        <a:fillRef idx="1">
          <a:schemeClr val="dk1">
            <a:tint val="60000"/>
          </a:schemeClr>
        </a:fillRef>
        <a:effectRef idx="0">
          <a:scrgbClr r="0" g="0" b="0"/>
        </a:effectRef>
        <a:fontRef idx="minor">
          <a:schemeClr val="lt1"/>
        </a:fontRef>
      </dsp:style>
      <dsp:txBody>
        <a:bodyPr rot="10800000" lIns="0" tIns="0" rIns="0" bIns="0" anchor="ctr"/>
        <a:lstStyle>
          <a:lvl1pPr algn="ctr">
            <a:defRPr sz="20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endParaRPr lang="en-US">
            <a:solidFill>
              <a:schemeClr val="dk1"/>
            </a:solidFill>
            <a:latin typeface="Times New Roman" panose="02020503050405090304" pitchFamily="18" charset="0"/>
            <a:ea typeface="宋体" pitchFamily="2" charset="-122"/>
            <a:cs typeface="Times New Roman" panose="02020503050405090304" pitchFamily="18" charset="0"/>
          </a:endParaRPr>
        </a:p>
      </dsp:txBody>
      <dsp:txXfrm rot="6480000">
        <a:off x="6540460" y="2909214"/>
        <a:ext cx="400235" cy="509734"/>
      </dsp:txXfrm>
    </dsp:sp>
    <dsp:sp modelId="{5A2A66E8-CD15-B44B-8A11-C1A2866CDEB0}">
      <dsp:nvSpPr>
        <dsp:cNvPr id="7" name="椭圆 6"/>
        <dsp:cNvSpPr/>
      </dsp:nvSpPr>
      <dsp:spPr bwMode="white">
        <a:xfrm>
          <a:off x="5635381" y="3486221"/>
          <a:ext cx="1510322" cy="1510322"/>
        </a:xfrm>
        <a:prstGeom prst="ellipse">
          <a:avLst/>
        </a:prstGeom>
      </dsp:spPr>
      <dsp:style>
        <a:lnRef idx="2">
          <a:schemeClr val="dk1">
            <a:shade val="80000"/>
          </a:schemeClr>
        </a:lnRef>
        <a:fillRef idx="1">
          <a:schemeClr val="lt1"/>
        </a:fillRef>
        <a:effectRef idx="0">
          <a:scrgbClr r="0" g="0" b="0"/>
        </a:effectRef>
        <a:fontRef idx="minor">
          <a:schemeClr val="lt1"/>
        </a:fontRef>
      </dsp:style>
      <dsp:txBody>
        <a:bodyPr lIns="21590" tIns="21590" rIns="21590" bIns="21590"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dirty="0" err="1">
              <a:solidFill>
                <a:schemeClr val="dk1"/>
              </a:solidFill>
              <a:latin typeface="Times New Roman" panose="02020503050405090304" pitchFamily="18" charset="0"/>
              <a:ea typeface="宋体" pitchFamily="2" charset="-122"/>
              <a:cs typeface="Times New Roman" panose="02020503050405090304" pitchFamily="18" charset="0"/>
            </a:rPr>
            <a:t>数据</a:t>
          </a:r>
          <a:endParaRPr lang="en-US" dirty="0">
            <a:solidFill>
              <a:schemeClr val="dk1"/>
            </a:solidFill>
            <a:latin typeface="Times New Roman" panose="02020503050405090304" pitchFamily="18" charset="0"/>
            <a:ea typeface="宋体" pitchFamily="2" charset="-122"/>
            <a:cs typeface="Times New Roman" panose="02020503050405090304" pitchFamily="18" charset="0"/>
          </a:endParaRPr>
        </a:p>
        <a:p>
          <a:pPr lvl="0">
            <a:lnSpc>
              <a:spcPct val="100000"/>
            </a:lnSpc>
            <a:spcBef>
              <a:spcPct val="0"/>
            </a:spcBef>
            <a:spcAft>
              <a:spcPct val="35000"/>
            </a:spcAft>
          </a:pPr>
          <a:r>
            <a:rPr lang="en-US" dirty="0">
              <a:solidFill>
                <a:schemeClr val="dk1"/>
              </a:solidFill>
              <a:latin typeface="Times New Roman" panose="02020503050405090304" pitchFamily="18" charset="0"/>
              <a:ea typeface="宋体" pitchFamily="2" charset="-122"/>
              <a:cs typeface="Times New Roman" panose="02020503050405090304" pitchFamily="18" charset="0"/>
            </a:rPr>
            <a:t>(data)</a:t>
          </a:r>
          <a:endParaRPr>
            <a:solidFill>
              <a:schemeClr val="dk1"/>
            </a:solidFill>
          </a:endParaRPr>
        </a:p>
      </dsp:txBody>
      <dsp:txXfrm>
        <a:off x="5635381" y="3486221"/>
        <a:ext cx="1510322" cy="1510322"/>
      </dsp:txXfrm>
    </dsp:sp>
    <dsp:sp modelId="{BCC88C49-0688-B640-9AF8-6C98E46EAB13}">
      <dsp:nvSpPr>
        <dsp:cNvPr id="8" name="右箭头 7"/>
        <dsp:cNvSpPr/>
      </dsp:nvSpPr>
      <dsp:spPr bwMode="white">
        <a:xfrm rot="10800000">
          <a:off x="5057682" y="3986515"/>
          <a:ext cx="400235" cy="509734"/>
        </a:xfrm>
        <a:prstGeom prst="rightArrow">
          <a:avLst>
            <a:gd name="adj1" fmla="val 60000"/>
            <a:gd name="adj2" fmla="val 50000"/>
          </a:avLst>
        </a:prstGeom>
      </dsp:spPr>
      <dsp:style>
        <a:lnRef idx="0">
          <a:schemeClr val="dk1">
            <a:tint val="60000"/>
          </a:schemeClr>
        </a:lnRef>
        <a:fillRef idx="1">
          <a:schemeClr val="dk1">
            <a:tint val="60000"/>
          </a:schemeClr>
        </a:fillRef>
        <a:effectRef idx="0">
          <a:scrgbClr r="0" g="0" b="0"/>
        </a:effectRef>
        <a:fontRef idx="minor">
          <a:schemeClr val="lt1"/>
        </a:fontRef>
      </dsp:style>
      <dsp:txBody>
        <a:bodyPr rot="10800000" lIns="0" tIns="0" rIns="0" bIns="0" anchor="ctr"/>
        <a:lstStyle>
          <a:lvl1pPr algn="ctr">
            <a:defRPr sz="20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endParaRPr lang="en-US">
            <a:solidFill>
              <a:schemeClr val="dk1"/>
            </a:solidFill>
            <a:latin typeface="Times New Roman" panose="02020503050405090304" pitchFamily="18" charset="0"/>
            <a:ea typeface="宋体" pitchFamily="2" charset="-122"/>
            <a:cs typeface="Times New Roman" panose="02020503050405090304" pitchFamily="18" charset="0"/>
          </a:endParaRPr>
        </a:p>
      </dsp:txBody>
      <dsp:txXfrm rot="10800000">
        <a:off x="5057682" y="3986515"/>
        <a:ext cx="400235" cy="509734"/>
      </dsp:txXfrm>
    </dsp:sp>
    <dsp:sp modelId="{90956B12-44C0-6749-A185-358B68F97EFF}">
      <dsp:nvSpPr>
        <dsp:cNvPr id="9" name="椭圆 8"/>
        <dsp:cNvSpPr/>
      </dsp:nvSpPr>
      <dsp:spPr bwMode="white">
        <a:xfrm>
          <a:off x="3369897" y="3486221"/>
          <a:ext cx="1510322" cy="1510322"/>
        </a:xfrm>
        <a:prstGeom prst="ellipse">
          <a:avLst/>
        </a:prstGeom>
      </dsp:spPr>
      <dsp:style>
        <a:lnRef idx="2">
          <a:schemeClr val="dk1">
            <a:shade val="80000"/>
          </a:schemeClr>
        </a:lnRef>
        <a:fillRef idx="1">
          <a:schemeClr val="lt1"/>
        </a:fillRef>
        <a:effectRef idx="0">
          <a:scrgbClr r="0" g="0" b="0"/>
        </a:effectRef>
        <a:fontRef idx="minor">
          <a:schemeClr val="lt1"/>
        </a:fontRef>
      </dsp:style>
      <dsp:txBody>
        <a:bodyPr lIns="21590" tIns="21590" rIns="21590" bIns="21590"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dirty="0" err="1">
              <a:solidFill>
                <a:schemeClr val="dk1"/>
              </a:solidFill>
              <a:latin typeface="Times New Roman" panose="02020503050405090304" pitchFamily="18" charset="0"/>
              <a:ea typeface="宋体" pitchFamily="2" charset="-122"/>
              <a:cs typeface="Times New Roman" panose="02020503050405090304" pitchFamily="18" charset="0"/>
            </a:rPr>
            <a:t>分析</a:t>
          </a:r>
          <a:endParaRPr lang="en-US" dirty="0">
            <a:solidFill>
              <a:schemeClr val="dk1"/>
            </a:solidFill>
            <a:latin typeface="Times New Roman" panose="02020503050405090304" pitchFamily="18" charset="0"/>
            <a:ea typeface="宋体" pitchFamily="2" charset="-122"/>
            <a:cs typeface="Times New Roman" panose="02020503050405090304" pitchFamily="18" charset="0"/>
          </a:endParaRPr>
        </a:p>
        <a:p>
          <a:pPr lvl="0">
            <a:lnSpc>
              <a:spcPct val="100000"/>
            </a:lnSpc>
            <a:spcBef>
              <a:spcPct val="0"/>
            </a:spcBef>
            <a:spcAft>
              <a:spcPct val="35000"/>
            </a:spcAft>
          </a:pPr>
          <a:r>
            <a:rPr lang="en-US" dirty="0">
              <a:solidFill>
                <a:schemeClr val="dk1"/>
              </a:solidFill>
              <a:latin typeface="Times New Roman" panose="02020503050405090304" pitchFamily="18" charset="0"/>
              <a:ea typeface="宋体" pitchFamily="2" charset="-122"/>
              <a:cs typeface="Times New Roman" panose="02020503050405090304" pitchFamily="18" charset="0"/>
            </a:rPr>
            <a:t>(analysis)</a:t>
          </a:r>
          <a:endParaRPr>
            <a:solidFill>
              <a:schemeClr val="dk1"/>
            </a:solidFill>
          </a:endParaRPr>
        </a:p>
      </dsp:txBody>
      <dsp:txXfrm>
        <a:off x="3369897" y="3486221"/>
        <a:ext cx="1510322" cy="1510322"/>
      </dsp:txXfrm>
    </dsp:sp>
    <dsp:sp modelId="{E313E7B1-20DD-E147-AC7B-F1F336AF21CB}">
      <dsp:nvSpPr>
        <dsp:cNvPr id="10" name="右箭头 9"/>
        <dsp:cNvSpPr/>
      </dsp:nvSpPr>
      <dsp:spPr bwMode="white">
        <a:xfrm rot="15120000">
          <a:off x="3574904" y="2909214"/>
          <a:ext cx="400235" cy="509734"/>
        </a:xfrm>
        <a:prstGeom prst="rightArrow">
          <a:avLst>
            <a:gd name="adj1" fmla="val 60000"/>
            <a:gd name="adj2" fmla="val 50000"/>
          </a:avLst>
        </a:prstGeom>
      </dsp:spPr>
      <dsp:style>
        <a:lnRef idx="0">
          <a:schemeClr val="dk1">
            <a:tint val="60000"/>
          </a:schemeClr>
        </a:lnRef>
        <a:fillRef idx="1">
          <a:schemeClr val="dk1">
            <a:tint val="60000"/>
          </a:schemeClr>
        </a:fillRef>
        <a:effectRef idx="0">
          <a:scrgbClr r="0" g="0" b="0"/>
        </a:effectRef>
        <a:fontRef idx="minor">
          <a:schemeClr val="lt1"/>
        </a:fontRef>
      </dsp:style>
      <dsp:txBody>
        <a:bodyPr rot="10800000" lIns="0" tIns="0" rIns="0" bIns="0" anchor="ctr"/>
        <a:lstStyle>
          <a:lvl1pPr algn="ctr">
            <a:defRPr sz="20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endParaRPr lang="en-US">
            <a:solidFill>
              <a:schemeClr val="dk1"/>
            </a:solidFill>
            <a:latin typeface="Times New Roman" panose="02020503050405090304" pitchFamily="18" charset="0"/>
            <a:ea typeface="宋体" pitchFamily="2" charset="-122"/>
            <a:cs typeface="Times New Roman" panose="02020503050405090304" pitchFamily="18" charset="0"/>
          </a:endParaRPr>
        </a:p>
      </dsp:txBody>
      <dsp:txXfrm rot="15120000">
        <a:off x="3574904" y="2909214"/>
        <a:ext cx="400235" cy="509734"/>
      </dsp:txXfrm>
    </dsp:sp>
    <dsp:sp modelId="{33B05E0B-2F0B-7D4C-80A4-551CE50C99F2}">
      <dsp:nvSpPr>
        <dsp:cNvPr id="11" name="椭圆 10"/>
        <dsp:cNvSpPr/>
      </dsp:nvSpPr>
      <dsp:spPr bwMode="white">
        <a:xfrm>
          <a:off x="2669824" y="1331618"/>
          <a:ext cx="1510322" cy="1510322"/>
        </a:xfrm>
        <a:prstGeom prst="ellipse">
          <a:avLst/>
        </a:prstGeom>
      </dsp:spPr>
      <dsp:style>
        <a:lnRef idx="2">
          <a:schemeClr val="dk1">
            <a:shade val="80000"/>
          </a:schemeClr>
        </a:lnRef>
        <a:fillRef idx="1">
          <a:schemeClr val="lt1"/>
        </a:fillRef>
        <a:effectRef idx="0">
          <a:scrgbClr r="0" g="0" b="0"/>
        </a:effectRef>
        <a:fontRef idx="minor">
          <a:schemeClr val="lt1"/>
        </a:fontRef>
      </dsp:style>
      <dsp:txBody>
        <a:bodyPr lIns="21590" tIns="21590" rIns="21590" bIns="21590"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r>
            <a:rPr lang="en-US" dirty="0" err="1">
              <a:solidFill>
                <a:schemeClr val="dk1"/>
              </a:solidFill>
              <a:latin typeface="Times New Roman" panose="02020503050405090304" pitchFamily="18" charset="0"/>
              <a:ea typeface="宋体" pitchFamily="2" charset="-122"/>
              <a:cs typeface="Times New Roman" panose="02020503050405090304" pitchFamily="18" charset="0"/>
            </a:rPr>
            <a:t>结论</a:t>
          </a:r>
          <a:endParaRPr lang="en-US" dirty="0">
            <a:solidFill>
              <a:schemeClr val="dk1"/>
            </a:solidFill>
            <a:latin typeface="Times New Roman" panose="02020503050405090304" pitchFamily="18" charset="0"/>
            <a:ea typeface="宋体" pitchFamily="2" charset="-122"/>
            <a:cs typeface="Times New Roman" panose="02020503050405090304" pitchFamily="18" charset="0"/>
          </a:endParaRPr>
        </a:p>
        <a:p>
          <a:pPr lvl="0">
            <a:lnSpc>
              <a:spcPct val="100000"/>
            </a:lnSpc>
            <a:spcBef>
              <a:spcPct val="0"/>
            </a:spcBef>
            <a:spcAft>
              <a:spcPct val="35000"/>
            </a:spcAft>
          </a:pPr>
          <a:r>
            <a:rPr lang="en-US" dirty="0">
              <a:solidFill>
                <a:schemeClr val="dk1"/>
              </a:solidFill>
              <a:latin typeface="Times New Roman" panose="02020503050405090304" pitchFamily="18" charset="0"/>
              <a:ea typeface="宋体" pitchFamily="2" charset="-122"/>
              <a:cs typeface="Times New Roman" panose="02020503050405090304" pitchFamily="18" charset="0"/>
            </a:rPr>
            <a:t>(conclusion)</a:t>
          </a:r>
          <a:endParaRPr>
            <a:solidFill>
              <a:schemeClr val="dk1"/>
            </a:solidFill>
          </a:endParaRPr>
        </a:p>
      </dsp:txBody>
      <dsp:txXfrm>
        <a:off x="2669824" y="1331618"/>
        <a:ext cx="1510322" cy="1510322"/>
      </dsp:txXfrm>
    </dsp:sp>
    <dsp:sp modelId="{96424396-B900-324F-B5E3-A1BB4EBD941F}">
      <dsp:nvSpPr>
        <dsp:cNvPr id="12" name="右箭头 11"/>
        <dsp:cNvSpPr/>
      </dsp:nvSpPr>
      <dsp:spPr bwMode="white">
        <a:xfrm rot="-2159999">
          <a:off x="4141275" y="1166103"/>
          <a:ext cx="400235" cy="509734"/>
        </a:xfrm>
        <a:prstGeom prst="rightArrow">
          <a:avLst>
            <a:gd name="adj1" fmla="val 60000"/>
            <a:gd name="adj2" fmla="val 50000"/>
          </a:avLst>
        </a:prstGeom>
      </dsp:spPr>
      <dsp:style>
        <a:lnRef idx="0">
          <a:schemeClr val="dk1">
            <a:tint val="60000"/>
          </a:schemeClr>
        </a:lnRef>
        <a:fillRef idx="1">
          <a:schemeClr val="dk1">
            <a:tint val="60000"/>
          </a:schemeClr>
        </a:fillRef>
        <a:effectRef idx="0">
          <a:scrgbClr r="0" g="0" b="0"/>
        </a:effectRef>
        <a:fontRef idx="minor">
          <a:schemeClr val="lt1"/>
        </a:fontRef>
      </dsp:style>
      <dsp:txBody>
        <a:bodyPr lIns="0" tIns="0" rIns="0" bIns="0" anchor="ctr"/>
        <a:lstStyle>
          <a:lvl1pPr algn="ctr">
            <a:defRPr sz="2000"/>
          </a:lvl1pPr>
          <a:lvl2pPr marL="171450" indent="-171450" algn="ctr">
            <a:defRPr sz="1600"/>
          </a:lvl2pPr>
          <a:lvl3pPr marL="342900" indent="-171450" algn="ctr">
            <a:defRPr sz="1600"/>
          </a:lvl3pPr>
          <a:lvl4pPr marL="514350" indent="-171450" algn="ctr">
            <a:defRPr sz="1600"/>
          </a:lvl4pPr>
          <a:lvl5pPr marL="685800" indent="-171450" algn="ctr">
            <a:defRPr sz="1600"/>
          </a:lvl5pPr>
          <a:lvl6pPr marL="857250" indent="-171450" algn="ctr">
            <a:defRPr sz="1600"/>
          </a:lvl6pPr>
          <a:lvl7pPr marL="1028700" indent="-171450" algn="ctr">
            <a:defRPr sz="1600"/>
          </a:lvl7pPr>
          <a:lvl8pPr marL="1200150" indent="-171450" algn="ctr">
            <a:defRPr sz="1600"/>
          </a:lvl8pPr>
          <a:lvl9pPr marL="1371600" indent="-171450" algn="ctr">
            <a:defRPr sz="1600"/>
          </a:lvl9pPr>
        </a:lstStyle>
        <a:p>
          <a:pPr lvl="0">
            <a:lnSpc>
              <a:spcPct val="100000"/>
            </a:lnSpc>
            <a:spcBef>
              <a:spcPct val="0"/>
            </a:spcBef>
            <a:spcAft>
              <a:spcPct val="35000"/>
            </a:spcAft>
          </a:pPr>
          <a:endParaRPr lang="en-US">
            <a:solidFill>
              <a:schemeClr val="dk1"/>
            </a:solidFill>
            <a:latin typeface="Times New Roman" panose="02020503050405090304" pitchFamily="18" charset="0"/>
            <a:ea typeface="宋体" pitchFamily="2" charset="-122"/>
            <a:cs typeface="Times New Roman" panose="02020503050405090304" pitchFamily="18" charset="0"/>
          </a:endParaRPr>
        </a:p>
      </dsp:txBody>
      <dsp:txXfrm rot="-2159999">
        <a:off x="4141275" y="1166103"/>
        <a:ext cx="400235" cy="509734"/>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920316" cy="2020547"/>
        <a:chOff x="0" y="0"/>
        <a:chExt cx="9920316" cy="2020547"/>
      </a:xfrm>
    </dsp:grpSpPr>
    <dsp:sp modelId="{37C56857-9106-491C-AE09-FC1B5D53CA88}">
      <dsp:nvSpPr>
        <dsp:cNvPr id="3" name="燕尾形 2"/>
        <dsp:cNvSpPr/>
      </dsp:nvSpPr>
      <dsp:spPr bwMode="white">
        <a:xfrm>
          <a:off x="0" y="578955"/>
          <a:ext cx="2156590" cy="862636"/>
        </a:xfrm>
        <a:prstGeom prst="chevron">
          <a:avLst/>
        </a:prstGeom>
      </dsp:spPr>
      <dsp:style>
        <a:lnRef idx="2">
          <a:schemeClr val="lt1"/>
        </a:lnRef>
        <a:fillRef idx="1">
          <a:schemeClr val="accent1"/>
        </a:fillRef>
        <a:effectRef idx="0">
          <a:scrgbClr r="0" g="0" b="0"/>
        </a:effectRef>
        <a:fontRef idx="minor">
          <a:schemeClr val="lt1"/>
        </a:fontRef>
      </dsp:style>
      <dsp:txBody>
        <a:bodyPr lIns="92011" tIns="30670" rIns="30670" bIns="3067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a:t>数据导入</a:t>
          </a:r>
        </a:p>
      </dsp:txBody>
      <dsp:txXfrm>
        <a:off x="0" y="578955"/>
        <a:ext cx="2156590" cy="862636"/>
      </dsp:txXfrm>
    </dsp:sp>
    <dsp:sp modelId="{D039CEB8-297E-427C-8845-38CF71AAD4B0}">
      <dsp:nvSpPr>
        <dsp:cNvPr id="4" name="燕尾形 3"/>
        <dsp:cNvSpPr/>
      </dsp:nvSpPr>
      <dsp:spPr bwMode="white">
        <a:xfrm>
          <a:off x="1940931" y="578955"/>
          <a:ext cx="2156590" cy="862636"/>
        </a:xfrm>
        <a:prstGeom prst="chevron">
          <a:avLst/>
        </a:prstGeom>
      </dsp:spPr>
      <dsp:style>
        <a:lnRef idx="2">
          <a:schemeClr val="lt1"/>
        </a:lnRef>
        <a:fillRef idx="1">
          <a:schemeClr val="accent1"/>
        </a:fillRef>
        <a:effectRef idx="0">
          <a:scrgbClr r="0" g="0" b="0"/>
        </a:effectRef>
        <a:fontRef idx="minor">
          <a:schemeClr val="lt1"/>
        </a:fontRef>
      </dsp:style>
      <dsp:txBody>
        <a:bodyPr lIns="92011" tIns="30670" rIns="30670" bIns="3067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a:t>数据清理</a:t>
          </a:r>
        </a:p>
      </dsp:txBody>
      <dsp:txXfrm>
        <a:off x="1940931" y="578955"/>
        <a:ext cx="2156590" cy="862636"/>
      </dsp:txXfrm>
    </dsp:sp>
    <dsp:sp modelId="{63E95D9D-976F-47DE-9DBC-1C7616958C87}">
      <dsp:nvSpPr>
        <dsp:cNvPr id="5" name="燕尾形 4"/>
        <dsp:cNvSpPr/>
      </dsp:nvSpPr>
      <dsp:spPr bwMode="white">
        <a:xfrm>
          <a:off x="3881863" y="578955"/>
          <a:ext cx="2156590" cy="862636"/>
        </a:xfrm>
        <a:prstGeom prst="chevron">
          <a:avLst/>
        </a:prstGeom>
      </dsp:spPr>
      <dsp:style>
        <a:lnRef idx="2">
          <a:schemeClr val="lt1"/>
        </a:lnRef>
        <a:fillRef idx="1">
          <a:schemeClr val="accent1"/>
        </a:fillRef>
        <a:effectRef idx="0">
          <a:scrgbClr r="0" g="0" b="0"/>
        </a:effectRef>
        <a:fontRef idx="minor">
          <a:schemeClr val="lt1"/>
        </a:fontRef>
      </dsp:style>
      <dsp:txBody>
        <a:bodyPr lIns="92011" tIns="30670" rIns="30670" bIns="3067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a:t>描述性统计分析</a:t>
          </a:r>
        </a:p>
      </dsp:txBody>
      <dsp:txXfrm>
        <a:off x="3881863" y="578955"/>
        <a:ext cx="2156590" cy="862636"/>
      </dsp:txXfrm>
    </dsp:sp>
    <dsp:sp modelId="{0C0EB823-03A8-4112-87BB-2685F6BD0CAC}">
      <dsp:nvSpPr>
        <dsp:cNvPr id="6" name="燕尾形 5"/>
        <dsp:cNvSpPr/>
      </dsp:nvSpPr>
      <dsp:spPr bwMode="white">
        <a:xfrm>
          <a:off x="5822794" y="578955"/>
          <a:ext cx="2156590" cy="862636"/>
        </a:xfrm>
        <a:prstGeom prst="chevron">
          <a:avLst/>
        </a:prstGeom>
      </dsp:spPr>
      <dsp:style>
        <a:lnRef idx="2">
          <a:schemeClr val="lt1"/>
        </a:lnRef>
        <a:fillRef idx="1">
          <a:schemeClr val="accent1"/>
        </a:fillRef>
        <a:effectRef idx="0">
          <a:scrgbClr r="0" g="0" b="0"/>
        </a:effectRef>
        <a:fontRef idx="minor">
          <a:schemeClr val="lt1"/>
        </a:fontRef>
      </dsp:style>
      <dsp:txBody>
        <a:bodyPr lIns="92011" tIns="30670" rIns="30670" bIns="3067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a:t>数据分析</a:t>
          </a:r>
        </a:p>
      </dsp:txBody>
      <dsp:txXfrm>
        <a:off x="5822794" y="578955"/>
        <a:ext cx="2156590" cy="862636"/>
      </dsp:txXfrm>
    </dsp:sp>
    <dsp:sp modelId="{D03D7DB0-7D51-4696-90BE-882B0543A6E7}">
      <dsp:nvSpPr>
        <dsp:cNvPr id="7" name="燕尾形 6"/>
        <dsp:cNvSpPr/>
      </dsp:nvSpPr>
      <dsp:spPr bwMode="white">
        <a:xfrm>
          <a:off x="7763726" y="578955"/>
          <a:ext cx="2156590" cy="862636"/>
        </a:xfrm>
        <a:prstGeom prst="chevron">
          <a:avLst/>
        </a:prstGeom>
      </dsp:spPr>
      <dsp:style>
        <a:lnRef idx="2">
          <a:schemeClr val="lt1"/>
        </a:lnRef>
        <a:fillRef idx="1">
          <a:schemeClr val="accent1"/>
        </a:fillRef>
        <a:effectRef idx="0">
          <a:scrgbClr r="0" g="0" b="0"/>
        </a:effectRef>
        <a:fontRef idx="minor">
          <a:schemeClr val="lt1"/>
        </a:fontRef>
      </dsp:style>
      <dsp:txBody>
        <a:bodyPr lIns="92011" tIns="30670" rIns="30670" bIns="3067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a:t>结果报告与可视化</a:t>
          </a:r>
        </a:p>
      </dsp:txBody>
      <dsp:txXfrm>
        <a:off x="7763726" y="578955"/>
        <a:ext cx="2156590" cy="862636"/>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9920316" cy="2020547"/>
        <a:chOff x="0" y="0"/>
        <a:chExt cx="9920316" cy="2020547"/>
      </a:xfrm>
    </dsp:grpSpPr>
    <dsp:sp modelId="{37C56857-9106-491C-AE09-FC1B5D53CA88}">
      <dsp:nvSpPr>
        <dsp:cNvPr id="3" name="燕尾形 2"/>
        <dsp:cNvSpPr/>
      </dsp:nvSpPr>
      <dsp:spPr bwMode="white">
        <a:xfrm>
          <a:off x="0" y="578955"/>
          <a:ext cx="2156590" cy="862636"/>
        </a:xfrm>
        <a:prstGeom prst="chevron">
          <a:avLst/>
        </a:prstGeom>
      </dsp:spPr>
      <dsp:style>
        <a:lnRef idx="2">
          <a:schemeClr val="lt1"/>
        </a:lnRef>
        <a:fillRef idx="1">
          <a:schemeClr val="accent1"/>
        </a:fillRef>
        <a:effectRef idx="0">
          <a:scrgbClr r="0" g="0" b="0"/>
        </a:effectRef>
        <a:fontRef idx="minor">
          <a:schemeClr val="lt1"/>
        </a:fontRef>
      </dsp:style>
      <dsp:txBody>
        <a:bodyPr lIns="92011" tIns="30670" rIns="30670" bIns="3067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a:t>数据导入</a:t>
          </a:r>
        </a:p>
      </dsp:txBody>
      <dsp:txXfrm>
        <a:off x="0" y="578955"/>
        <a:ext cx="2156590" cy="862636"/>
      </dsp:txXfrm>
    </dsp:sp>
    <dsp:sp modelId="{D039CEB8-297E-427C-8845-38CF71AAD4B0}">
      <dsp:nvSpPr>
        <dsp:cNvPr id="4" name="燕尾形 3"/>
        <dsp:cNvSpPr/>
      </dsp:nvSpPr>
      <dsp:spPr bwMode="white">
        <a:xfrm>
          <a:off x="1940931" y="578955"/>
          <a:ext cx="2156590" cy="862636"/>
        </a:xfrm>
        <a:prstGeom prst="chevron">
          <a:avLst/>
        </a:prstGeom>
      </dsp:spPr>
      <dsp:style>
        <a:lnRef idx="2">
          <a:schemeClr val="lt1"/>
        </a:lnRef>
        <a:fillRef idx="1">
          <a:schemeClr val="accent1"/>
        </a:fillRef>
        <a:effectRef idx="0">
          <a:scrgbClr r="0" g="0" b="0"/>
        </a:effectRef>
        <a:fontRef idx="minor">
          <a:schemeClr val="lt1"/>
        </a:fontRef>
      </dsp:style>
      <dsp:txBody>
        <a:bodyPr lIns="92011" tIns="30670" rIns="30670" bIns="3067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a:t>数据清理</a:t>
          </a:r>
        </a:p>
      </dsp:txBody>
      <dsp:txXfrm>
        <a:off x="1940931" y="578955"/>
        <a:ext cx="2156590" cy="862636"/>
      </dsp:txXfrm>
    </dsp:sp>
    <dsp:sp modelId="{63E95D9D-976F-47DE-9DBC-1C7616958C87}">
      <dsp:nvSpPr>
        <dsp:cNvPr id="5" name="燕尾形 4"/>
        <dsp:cNvSpPr/>
      </dsp:nvSpPr>
      <dsp:spPr bwMode="white">
        <a:xfrm>
          <a:off x="3881863" y="578955"/>
          <a:ext cx="2156590" cy="862636"/>
        </a:xfrm>
        <a:prstGeom prst="chevron">
          <a:avLst/>
        </a:prstGeom>
      </dsp:spPr>
      <dsp:style>
        <a:lnRef idx="2">
          <a:schemeClr val="lt1"/>
        </a:lnRef>
        <a:fillRef idx="1">
          <a:schemeClr val="accent1"/>
        </a:fillRef>
        <a:effectRef idx="0">
          <a:scrgbClr r="0" g="0" b="0"/>
        </a:effectRef>
        <a:fontRef idx="minor">
          <a:schemeClr val="lt1"/>
        </a:fontRef>
      </dsp:style>
      <dsp:txBody>
        <a:bodyPr lIns="92011" tIns="30670" rIns="30670" bIns="3067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a:t>描述性统计分析</a:t>
          </a:r>
        </a:p>
      </dsp:txBody>
      <dsp:txXfrm>
        <a:off x="3881863" y="578955"/>
        <a:ext cx="2156590" cy="862636"/>
      </dsp:txXfrm>
    </dsp:sp>
    <dsp:sp modelId="{0C0EB823-03A8-4112-87BB-2685F6BD0CAC}">
      <dsp:nvSpPr>
        <dsp:cNvPr id="6" name="燕尾形 5"/>
        <dsp:cNvSpPr/>
      </dsp:nvSpPr>
      <dsp:spPr bwMode="white">
        <a:xfrm>
          <a:off x="5822794" y="578955"/>
          <a:ext cx="2156590" cy="862636"/>
        </a:xfrm>
        <a:prstGeom prst="chevron">
          <a:avLst/>
        </a:prstGeom>
      </dsp:spPr>
      <dsp:style>
        <a:lnRef idx="2">
          <a:schemeClr val="lt1"/>
        </a:lnRef>
        <a:fillRef idx="1">
          <a:schemeClr val="accent1"/>
        </a:fillRef>
        <a:effectRef idx="0">
          <a:scrgbClr r="0" g="0" b="0"/>
        </a:effectRef>
        <a:fontRef idx="minor">
          <a:schemeClr val="lt1"/>
        </a:fontRef>
      </dsp:style>
      <dsp:txBody>
        <a:bodyPr lIns="92011" tIns="30670" rIns="30670" bIns="3067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a:t>数据分析</a:t>
          </a:r>
        </a:p>
      </dsp:txBody>
      <dsp:txXfrm>
        <a:off x="5822794" y="578955"/>
        <a:ext cx="2156590" cy="862636"/>
      </dsp:txXfrm>
    </dsp:sp>
    <dsp:sp modelId="{D03D7DB0-7D51-4696-90BE-882B0543A6E7}">
      <dsp:nvSpPr>
        <dsp:cNvPr id="7" name="燕尾形 6"/>
        <dsp:cNvSpPr/>
      </dsp:nvSpPr>
      <dsp:spPr bwMode="white">
        <a:xfrm>
          <a:off x="7763726" y="578955"/>
          <a:ext cx="2156590" cy="862636"/>
        </a:xfrm>
        <a:prstGeom prst="chevron">
          <a:avLst/>
        </a:prstGeom>
      </dsp:spPr>
      <dsp:style>
        <a:lnRef idx="2">
          <a:schemeClr val="lt1"/>
        </a:lnRef>
        <a:fillRef idx="1">
          <a:schemeClr val="accent1"/>
        </a:fillRef>
        <a:effectRef idx="0">
          <a:scrgbClr r="0" g="0" b="0"/>
        </a:effectRef>
        <a:fontRef idx="minor">
          <a:schemeClr val="lt1"/>
        </a:fontRef>
      </dsp:style>
      <dsp:txBody>
        <a:bodyPr lIns="92011" tIns="30670" rIns="30670" bIns="3067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a:t>结果报告与可视化</a:t>
          </a:r>
        </a:p>
      </dsp:txBody>
      <dsp:txXfrm>
        <a:off x="7763726" y="578955"/>
        <a:ext cx="2156590" cy="862636"/>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type="chevron" r:blip="" rot="180">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type="chevron" r:blip="" rot="180">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type="chevron" r:blip="" rot="180">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type="chevron" r:blip="" rot="180">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pitchFamily="49" charset="-122"/>
                <a:ea typeface="楷体" panose="02010609060101010101" pitchFamily="49"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pitchFamily="49" charset="-122"/>
                <a:ea typeface="楷体" panose="02010609060101010101" pitchFamily="49" charset="-122"/>
              </a:defRPr>
            </a:lvl1pPr>
          </a:lstStyle>
          <a:p>
            <a:fld id="{5D8E9340-049E-4041-B600-EC711038BDF7}"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pitchFamily="49" charset="-122"/>
                <a:ea typeface="楷体" panose="02010609060101010101" pitchFamily="49"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pitchFamily="49" charset="-122"/>
                <a:ea typeface="楷体" panose="02010609060101010101" pitchFamily="49" charset="-122"/>
              </a:defRPr>
            </a:lvl1pPr>
          </a:lstStyle>
          <a:p>
            <a:fld id="{20D9C29D-DAE2-4C5B-9169-CB80CB8BD9FA}"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pitchFamily="49" charset="-122"/>
        <a:ea typeface="楷体" panose="02010609060101010101" pitchFamily="49" charset="-122"/>
        <a:cs typeface="+mn-cs"/>
      </a:defRPr>
    </a:lvl1pPr>
    <a:lvl2pPr marL="457200" algn="l" defTabSz="914400" rtl="0" eaLnBrk="1" latinLnBrk="0" hangingPunct="1">
      <a:defRPr sz="1200" kern="1200">
        <a:solidFill>
          <a:schemeClr val="tx1"/>
        </a:solidFill>
        <a:latin typeface="楷体" panose="02010609060101010101" pitchFamily="49" charset="-122"/>
        <a:ea typeface="楷体" panose="02010609060101010101" pitchFamily="49" charset="-122"/>
        <a:cs typeface="+mn-cs"/>
      </a:defRPr>
    </a:lvl2pPr>
    <a:lvl3pPr marL="914400" algn="l" defTabSz="914400" rtl="0" eaLnBrk="1" latinLnBrk="0" hangingPunct="1">
      <a:defRPr sz="1200" kern="1200">
        <a:solidFill>
          <a:schemeClr val="tx1"/>
        </a:solidFill>
        <a:latin typeface="楷体" panose="02010609060101010101" pitchFamily="49" charset="-122"/>
        <a:ea typeface="楷体" panose="02010609060101010101" pitchFamily="49" charset="-122"/>
        <a:cs typeface="+mn-cs"/>
      </a:defRPr>
    </a:lvl3pPr>
    <a:lvl4pPr marL="1371600" algn="l" defTabSz="914400" rtl="0" eaLnBrk="1" latinLnBrk="0" hangingPunct="1">
      <a:defRPr sz="1200" kern="1200">
        <a:solidFill>
          <a:schemeClr val="tx1"/>
        </a:solidFill>
        <a:latin typeface="楷体" panose="02010609060101010101" pitchFamily="49" charset="-122"/>
        <a:ea typeface="楷体" panose="02010609060101010101" pitchFamily="49" charset="-122"/>
        <a:cs typeface="+mn-cs"/>
      </a:defRPr>
    </a:lvl4pPr>
    <a:lvl5pPr marL="1828800" algn="l" defTabSz="914400" rtl="0" eaLnBrk="1" latinLnBrk="0" hangingPunct="1">
      <a:defRPr sz="1200" kern="1200">
        <a:solidFill>
          <a:schemeClr val="tx1"/>
        </a:solidFill>
        <a:latin typeface="楷体" panose="02010609060101010101" pitchFamily="49" charset="-122"/>
        <a:ea typeface="楷体" panose="02010609060101010101" pitchFamily="49"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oh-my-opencode </a:t>
            </a:r>
            <a:r>
              <a:rPr lang="zh-CN" altLang="en-US"/>
              <a:t>是为</a:t>
            </a:r>
            <a:r>
              <a:rPr lang="en-US" altLang="zh-CN"/>
              <a:t> OpenCode </a:t>
            </a:r>
            <a:r>
              <a:rPr lang="zh-CN" altLang="en-US"/>
              <a:t>设计的</a:t>
            </a:r>
            <a:r>
              <a:rPr lang="en-US" altLang="zh-CN"/>
              <a:t>“</a:t>
            </a:r>
            <a:r>
              <a:rPr lang="zh-CN" altLang="en-US"/>
              <a:t>终极增强插件</a:t>
            </a:r>
            <a:r>
              <a:rPr lang="en-US" altLang="zh-CN"/>
              <a:t>”</a:t>
            </a:r>
            <a:r>
              <a:rPr lang="zh-CN" altLang="en-US"/>
              <a:t>。它将</a:t>
            </a:r>
            <a:r>
              <a:rPr lang="en-US" altLang="zh-CN"/>
              <a:t> OpenCode </a:t>
            </a:r>
            <a:r>
              <a:rPr lang="zh-CN" altLang="en-US"/>
              <a:t>从一个强大的开源</a:t>
            </a:r>
            <a:r>
              <a:rPr lang="en-US" altLang="zh-CN"/>
              <a:t> AI </a:t>
            </a:r>
            <a:r>
              <a:rPr lang="zh-CN" altLang="en-US"/>
              <a:t>编程工具，转变为一个配备专业团队、先进工具和智能工作流的</a:t>
            </a:r>
            <a:r>
              <a:rPr lang="en-US" altLang="zh-CN"/>
              <a:t>“</a:t>
            </a:r>
            <a:r>
              <a:rPr lang="zh-CN" altLang="en-US"/>
              <a:t>开发环境增强套件</a:t>
            </a:r>
            <a:r>
              <a:rPr lang="en-US" altLang="zh-CN"/>
              <a:t>”</a:t>
            </a:r>
            <a:r>
              <a:rPr lang="zh-CN" altLang="en-US"/>
              <a:t>。其核心是</a:t>
            </a:r>
            <a:r>
              <a:rPr lang="en-US" altLang="zh-CN"/>
              <a:t> Sisyphus </a:t>
            </a:r>
            <a:r>
              <a:rPr lang="zh-CN" altLang="en-US"/>
              <a:t>智能体，它作为主编排者，能像项目经理一样调用各领域专家（如架构师</a:t>
            </a:r>
            <a:r>
              <a:rPr lang="en-US" altLang="zh-CN"/>
              <a:t> Oracle</a:t>
            </a:r>
            <a:r>
              <a:rPr lang="zh-CN" altLang="en-US"/>
              <a:t>、前端工程师、文档专家</a:t>
            </a:r>
            <a:r>
              <a:rPr lang="en-US" altLang="zh-CN"/>
              <a:t> Librarian</a:t>
            </a:r>
            <a:r>
              <a:rPr lang="zh-CN" altLang="en-US"/>
              <a:t>）并行协作。插件预置了</a:t>
            </a:r>
            <a:r>
              <a:rPr lang="en-US" altLang="zh-CN"/>
              <a:t> LSP/AST </a:t>
            </a:r>
            <a:r>
              <a:rPr lang="zh-CN" altLang="en-US"/>
              <a:t>等专业开发工具、实时网络与代码搜索（</a:t>
            </a:r>
            <a:r>
              <a:rPr lang="en-US" altLang="zh-CN"/>
              <a:t>MCP</a:t>
            </a:r>
            <a:r>
              <a:rPr lang="zh-CN" altLang="en-US"/>
              <a:t>），并引入了如后台任务、关键词触发（</a:t>
            </a:r>
            <a:r>
              <a:rPr lang="en-US" altLang="zh-CN"/>
              <a:t>ultrawork</a:t>
            </a:r>
            <a:r>
              <a:rPr lang="zh-CN" altLang="en-US"/>
              <a:t>）、自动会话恢复等自动化机制，确保复杂任务被持续执行直至完成。</a:t>
            </a:r>
            <a:br>
              <a:rPr lang="zh-CN" altLang="en-US"/>
            </a:br>
            <a:r>
              <a:rPr lang="zh-CN" altLang="en-US"/>
              <a:t>简单来说，</a:t>
            </a:r>
            <a:r>
              <a:rPr lang="en-US" altLang="zh-CN"/>
              <a:t>oh-my-opencode </a:t>
            </a:r>
            <a:r>
              <a:rPr lang="zh-CN" altLang="en-US"/>
              <a:t>让</a:t>
            </a:r>
            <a:r>
              <a:rPr lang="en-US" altLang="zh-CN"/>
              <a:t> AI </a:t>
            </a:r>
            <a:r>
              <a:rPr lang="zh-CN" altLang="en-US"/>
              <a:t>编程从</a:t>
            </a:r>
            <a:r>
              <a:rPr lang="en-US" altLang="zh-CN"/>
              <a:t>“</a:t>
            </a:r>
            <a:r>
              <a:rPr lang="zh-CN" altLang="en-US"/>
              <a:t>单人辅助</a:t>
            </a:r>
            <a:r>
              <a:rPr lang="en-US" altLang="zh-CN"/>
              <a:t>”</a:t>
            </a:r>
            <a:r>
              <a:rPr lang="zh-CN" altLang="en-US"/>
              <a:t>升级为</a:t>
            </a:r>
            <a:r>
              <a:rPr lang="en-US" altLang="zh-CN"/>
              <a:t>“</a:t>
            </a:r>
            <a:r>
              <a:rPr lang="zh-CN" altLang="en-US"/>
              <a:t>团队作战</a:t>
            </a:r>
            <a:r>
              <a:rPr lang="en-US" altLang="zh-CN"/>
              <a:t>”</a:t>
            </a:r>
            <a:r>
              <a:rPr lang="zh-CN" altLang="en-US"/>
              <a:t>。它封装了最佳实践与配置，用户安装即可获得媲美</a:t>
            </a:r>
            <a:r>
              <a:rPr lang="en-US" altLang="zh-CN"/>
              <a:t> Claude Code </a:t>
            </a:r>
            <a:r>
              <a:rPr lang="zh-CN" altLang="en-US"/>
              <a:t>等商业产品的体验，同时保留了开源项目的无限定制能力。</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oh-my-opencode </a:t>
            </a:r>
            <a:r>
              <a:rPr lang="zh-CN" altLang="en-US"/>
              <a:t>是为</a:t>
            </a:r>
            <a:r>
              <a:rPr lang="en-US" altLang="zh-CN"/>
              <a:t> OpenCode </a:t>
            </a:r>
            <a:r>
              <a:rPr lang="zh-CN" altLang="en-US"/>
              <a:t>设计的</a:t>
            </a:r>
            <a:r>
              <a:rPr lang="en-US" altLang="zh-CN"/>
              <a:t>“</a:t>
            </a:r>
            <a:r>
              <a:rPr lang="zh-CN" altLang="en-US"/>
              <a:t>终极增强插件</a:t>
            </a:r>
            <a:r>
              <a:rPr lang="en-US" altLang="zh-CN"/>
              <a:t>”</a:t>
            </a:r>
            <a:r>
              <a:rPr lang="zh-CN" altLang="en-US"/>
              <a:t>。它将</a:t>
            </a:r>
            <a:r>
              <a:rPr lang="en-US" altLang="zh-CN"/>
              <a:t> OpenCode </a:t>
            </a:r>
            <a:r>
              <a:rPr lang="zh-CN" altLang="en-US"/>
              <a:t>从一个强大的开源</a:t>
            </a:r>
            <a:r>
              <a:rPr lang="en-US" altLang="zh-CN"/>
              <a:t> AI </a:t>
            </a:r>
            <a:r>
              <a:rPr lang="zh-CN" altLang="en-US"/>
              <a:t>编程工具，转变为一个配备专业团队、先进工具和智能工作流的</a:t>
            </a:r>
            <a:r>
              <a:rPr lang="en-US" altLang="zh-CN"/>
              <a:t>“</a:t>
            </a:r>
            <a:r>
              <a:rPr lang="zh-CN" altLang="en-US"/>
              <a:t>开发环境增强套件</a:t>
            </a:r>
            <a:r>
              <a:rPr lang="en-US" altLang="zh-CN"/>
              <a:t>”</a:t>
            </a:r>
            <a:r>
              <a:rPr lang="zh-CN" altLang="en-US"/>
              <a:t>。其核心是</a:t>
            </a:r>
            <a:r>
              <a:rPr lang="en-US" altLang="zh-CN"/>
              <a:t> Sisyphus </a:t>
            </a:r>
            <a:r>
              <a:rPr lang="zh-CN" altLang="en-US"/>
              <a:t>智能体，它作为主编排者，能像项目经理一样调用各领域专家（如架构师</a:t>
            </a:r>
            <a:r>
              <a:rPr lang="en-US" altLang="zh-CN"/>
              <a:t> Oracle</a:t>
            </a:r>
            <a:r>
              <a:rPr lang="zh-CN" altLang="en-US"/>
              <a:t>、前端工程师、文档专家</a:t>
            </a:r>
            <a:r>
              <a:rPr lang="en-US" altLang="zh-CN"/>
              <a:t> Librarian</a:t>
            </a:r>
            <a:r>
              <a:rPr lang="zh-CN" altLang="en-US"/>
              <a:t>）并行协作。插件预置了</a:t>
            </a:r>
            <a:r>
              <a:rPr lang="en-US" altLang="zh-CN"/>
              <a:t> LSP/AST </a:t>
            </a:r>
            <a:r>
              <a:rPr lang="zh-CN" altLang="en-US"/>
              <a:t>等专业开发工具、实时网络与代码搜索（</a:t>
            </a:r>
            <a:r>
              <a:rPr lang="en-US" altLang="zh-CN"/>
              <a:t>MCP</a:t>
            </a:r>
            <a:r>
              <a:rPr lang="zh-CN" altLang="en-US"/>
              <a:t>），并引入了如后台任务、关键词触发（</a:t>
            </a:r>
            <a:r>
              <a:rPr lang="en-US" altLang="zh-CN"/>
              <a:t>ultrawork</a:t>
            </a:r>
            <a:r>
              <a:rPr lang="zh-CN" altLang="en-US"/>
              <a:t>）、自动会话恢复等自动化机制，确保复杂任务被持续执行直至完成。</a:t>
            </a:r>
            <a:br>
              <a:rPr lang="zh-CN" altLang="en-US"/>
            </a:br>
            <a:r>
              <a:rPr lang="zh-CN" altLang="en-US"/>
              <a:t>简单来说，</a:t>
            </a:r>
            <a:r>
              <a:rPr lang="en-US" altLang="zh-CN"/>
              <a:t>oh-my-opencode </a:t>
            </a:r>
            <a:r>
              <a:rPr lang="zh-CN" altLang="en-US"/>
              <a:t>让</a:t>
            </a:r>
            <a:r>
              <a:rPr lang="en-US" altLang="zh-CN"/>
              <a:t> AI </a:t>
            </a:r>
            <a:r>
              <a:rPr lang="zh-CN" altLang="en-US"/>
              <a:t>编程从</a:t>
            </a:r>
            <a:r>
              <a:rPr lang="en-US" altLang="zh-CN"/>
              <a:t>“</a:t>
            </a:r>
            <a:r>
              <a:rPr lang="zh-CN" altLang="en-US"/>
              <a:t>单人辅助</a:t>
            </a:r>
            <a:r>
              <a:rPr lang="en-US" altLang="zh-CN"/>
              <a:t>”</a:t>
            </a:r>
            <a:r>
              <a:rPr lang="zh-CN" altLang="en-US"/>
              <a:t>升级为</a:t>
            </a:r>
            <a:r>
              <a:rPr lang="en-US" altLang="zh-CN"/>
              <a:t>“</a:t>
            </a:r>
            <a:r>
              <a:rPr lang="zh-CN" altLang="en-US"/>
              <a:t>团队作战</a:t>
            </a:r>
            <a:r>
              <a:rPr lang="en-US" altLang="zh-CN"/>
              <a:t>”</a:t>
            </a:r>
            <a:r>
              <a:rPr lang="zh-CN" altLang="en-US"/>
              <a:t>。它封装了最佳实践与配置，用户安装即可获得媲美</a:t>
            </a:r>
            <a:r>
              <a:rPr lang="en-US" altLang="zh-CN"/>
              <a:t> Claude Code </a:t>
            </a:r>
            <a:r>
              <a:rPr lang="zh-CN" altLang="en-US"/>
              <a:t>等商业产品的体验，同时保留了开源项目的无限定制能力。</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oh-my-opencode </a:t>
            </a:r>
            <a:r>
              <a:rPr lang="zh-CN" altLang="en-US"/>
              <a:t>是为</a:t>
            </a:r>
            <a:r>
              <a:rPr lang="en-US" altLang="zh-CN"/>
              <a:t> OpenCode </a:t>
            </a:r>
            <a:r>
              <a:rPr lang="zh-CN" altLang="en-US"/>
              <a:t>设计的</a:t>
            </a:r>
            <a:r>
              <a:rPr lang="en-US" altLang="zh-CN"/>
              <a:t>“</a:t>
            </a:r>
            <a:r>
              <a:rPr lang="zh-CN" altLang="en-US"/>
              <a:t>终极增强插件</a:t>
            </a:r>
            <a:r>
              <a:rPr lang="en-US" altLang="zh-CN"/>
              <a:t>”</a:t>
            </a:r>
            <a:r>
              <a:rPr lang="zh-CN" altLang="en-US"/>
              <a:t>。它将</a:t>
            </a:r>
            <a:r>
              <a:rPr lang="en-US" altLang="zh-CN"/>
              <a:t> OpenCode </a:t>
            </a:r>
            <a:r>
              <a:rPr lang="zh-CN" altLang="en-US"/>
              <a:t>从一个强大的开源</a:t>
            </a:r>
            <a:r>
              <a:rPr lang="en-US" altLang="zh-CN"/>
              <a:t> AI </a:t>
            </a:r>
            <a:r>
              <a:rPr lang="zh-CN" altLang="en-US"/>
              <a:t>编程工具，转变为一个配备专业团队、先进工具和智能工作流的</a:t>
            </a:r>
            <a:r>
              <a:rPr lang="en-US" altLang="zh-CN"/>
              <a:t>“</a:t>
            </a:r>
            <a:r>
              <a:rPr lang="zh-CN" altLang="en-US"/>
              <a:t>开发环境增强套件</a:t>
            </a:r>
            <a:r>
              <a:rPr lang="en-US" altLang="zh-CN"/>
              <a:t>”</a:t>
            </a:r>
            <a:r>
              <a:rPr lang="zh-CN" altLang="en-US"/>
              <a:t>。其核心是</a:t>
            </a:r>
            <a:r>
              <a:rPr lang="en-US" altLang="zh-CN"/>
              <a:t> Sisyphus </a:t>
            </a:r>
            <a:r>
              <a:rPr lang="zh-CN" altLang="en-US"/>
              <a:t>智能体，它作为主编排者，能像项目经理一样调用各领域专家（如架构师</a:t>
            </a:r>
            <a:r>
              <a:rPr lang="en-US" altLang="zh-CN"/>
              <a:t> Oracle</a:t>
            </a:r>
            <a:r>
              <a:rPr lang="zh-CN" altLang="en-US"/>
              <a:t>、前端工程师、文档专家</a:t>
            </a:r>
            <a:r>
              <a:rPr lang="en-US" altLang="zh-CN"/>
              <a:t> Librarian</a:t>
            </a:r>
            <a:r>
              <a:rPr lang="zh-CN" altLang="en-US"/>
              <a:t>）并行协作。插件预置了</a:t>
            </a:r>
            <a:r>
              <a:rPr lang="en-US" altLang="zh-CN"/>
              <a:t> LSP/AST </a:t>
            </a:r>
            <a:r>
              <a:rPr lang="zh-CN" altLang="en-US"/>
              <a:t>等专业开发工具、实时网络与代码搜索（</a:t>
            </a:r>
            <a:r>
              <a:rPr lang="en-US" altLang="zh-CN"/>
              <a:t>MCP</a:t>
            </a:r>
            <a:r>
              <a:rPr lang="zh-CN" altLang="en-US"/>
              <a:t>），并引入了如后台任务、关键词触发（</a:t>
            </a:r>
            <a:r>
              <a:rPr lang="en-US" altLang="zh-CN"/>
              <a:t>ultrawork</a:t>
            </a:r>
            <a:r>
              <a:rPr lang="zh-CN" altLang="en-US"/>
              <a:t>）、自动会话恢复等自动化机制，确保复杂任务被持续执行直至完成。</a:t>
            </a:r>
            <a:br>
              <a:rPr lang="zh-CN" altLang="en-US"/>
            </a:br>
            <a:r>
              <a:rPr lang="zh-CN" altLang="en-US"/>
              <a:t>简单来说，</a:t>
            </a:r>
            <a:r>
              <a:rPr lang="en-US" altLang="zh-CN"/>
              <a:t>oh-my-opencode </a:t>
            </a:r>
            <a:r>
              <a:rPr lang="zh-CN" altLang="en-US"/>
              <a:t>让</a:t>
            </a:r>
            <a:r>
              <a:rPr lang="en-US" altLang="zh-CN"/>
              <a:t> AI </a:t>
            </a:r>
            <a:r>
              <a:rPr lang="zh-CN" altLang="en-US"/>
              <a:t>编程从</a:t>
            </a:r>
            <a:r>
              <a:rPr lang="en-US" altLang="zh-CN"/>
              <a:t>“</a:t>
            </a:r>
            <a:r>
              <a:rPr lang="zh-CN" altLang="en-US"/>
              <a:t>单人辅助</a:t>
            </a:r>
            <a:r>
              <a:rPr lang="en-US" altLang="zh-CN"/>
              <a:t>”</a:t>
            </a:r>
            <a:r>
              <a:rPr lang="zh-CN" altLang="en-US"/>
              <a:t>升级为</a:t>
            </a:r>
            <a:r>
              <a:rPr lang="en-US" altLang="zh-CN"/>
              <a:t>“</a:t>
            </a:r>
            <a:r>
              <a:rPr lang="zh-CN" altLang="en-US"/>
              <a:t>团队作战</a:t>
            </a:r>
            <a:r>
              <a:rPr lang="en-US" altLang="zh-CN"/>
              <a:t>”</a:t>
            </a:r>
            <a:r>
              <a:rPr lang="zh-CN" altLang="en-US"/>
              <a:t>。它封装了最佳实践与配置，用户安装即可获得媲美</a:t>
            </a:r>
            <a:r>
              <a:rPr lang="en-US" altLang="zh-CN"/>
              <a:t> Claude Code </a:t>
            </a:r>
            <a:r>
              <a:rPr lang="zh-CN" altLang="en-US"/>
              <a:t>等商业产品的体验，同时保留了开源项目的无限定制能力。</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600200"/>
            <a:ext cx="9144000" cy="1077686"/>
          </a:xfrm>
          <a:prstGeom prst="rect">
            <a:avLst/>
          </a:prstGeom>
        </p:spPr>
        <p:txBody>
          <a:bodyPr anchor="b"/>
          <a:lstStyle>
            <a:lvl1pPr algn="ctr">
              <a:defRPr sz="6000"/>
            </a:lvl1pPr>
          </a:lstStyle>
          <a:p>
            <a:r>
              <a:rPr lang="zh-CN" altLang="en-US" dirty="0"/>
              <a:t>单击此处添加标题</a:t>
            </a:r>
            <a:endParaRPr lang="zh-CN" altLang="en-US" dirty="0"/>
          </a:p>
        </p:txBody>
      </p:sp>
      <p:sp>
        <p:nvSpPr>
          <p:cNvPr id="3" name="副标题 2"/>
          <p:cNvSpPr>
            <a:spLocks noGrp="1"/>
          </p:cNvSpPr>
          <p:nvPr>
            <p:ph type="subTitle" idx="1" hasCustomPrompt="1"/>
          </p:nvPr>
        </p:nvSpPr>
        <p:spPr>
          <a:xfrm>
            <a:off x="1524000" y="4478393"/>
            <a:ext cx="9144000" cy="1003041"/>
          </a:xfrm>
          <a:prstGeom prst="rect">
            <a:avLst/>
          </a:prstGeom>
        </p:spPr>
        <p:txBody>
          <a:bodyPr/>
          <a:lstStyle>
            <a:lvl1pPr marL="0" indent="0" algn="ctr">
              <a:buNone/>
              <a:defRPr sz="2400">
                <a:latin typeface="楷体" panose="02010609060101010101" pitchFamily="49" charset="-122"/>
                <a:ea typeface="楷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l="26923" t="9570" r="15620" b="5088"/>
          <a:stretch>
            <a:fillRect/>
          </a:stretch>
        </p:blipFill>
        <p:spPr>
          <a:xfrm>
            <a:off x="10998381" y="136525"/>
            <a:ext cx="939534" cy="985838"/>
          </a:xfrm>
          <a:prstGeom prst="roundRect">
            <a:avLst>
              <a:gd name="adj" fmla="val 32088"/>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838200" y="1825625"/>
            <a:ext cx="10515600" cy="435133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latin typeface="楷体" panose="02010609060101010101" pitchFamily="49" charset="-122"/>
                <a:ea typeface="楷体" panose="02010609060101010101" pitchFamily="49"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lvl1pPr>
              <a:defRPr baseline="0">
                <a:latin typeface="Times New Roman" panose="02020503050405090304" pitchFamily="18" charset="0"/>
                <a:ea typeface="楷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sz="half" idx="1" hasCustomPrompt="1"/>
          </p:nvPr>
        </p:nvSpPr>
        <p:spPr>
          <a:xfrm>
            <a:off x="838200" y="1825625"/>
            <a:ext cx="5181600" cy="435133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hasCustomPrompt="1"/>
          </p:nvPr>
        </p:nvSpPr>
        <p:spPr>
          <a:xfrm>
            <a:off x="6172200" y="1825625"/>
            <a:ext cx="5181600" cy="435133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6" name="页脚占位符 5"/>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lvl1pPr>
              <a:defRPr baseline="0">
                <a:latin typeface="Times New Roman" panose="02020503050405090304" pitchFamily="18" charset="0"/>
                <a:ea typeface="楷体" panose="02010609060101010101" pitchFamily="49" charset="-122"/>
              </a:defRPr>
            </a:lvl1pPr>
          </a:lstStyle>
          <a:p>
            <a:r>
              <a:rPr lang="zh-CN" altLang="en-US" dirty="0"/>
              <a:t>单击此处编辑母版标题样式</a:t>
            </a:r>
            <a:endParaRPr lang="zh-CN" altLang="en-US" dirty="0"/>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atin typeface="楷体" panose="02010609060101010101" pitchFamily="49" charset="-122"/>
                <a:ea typeface="楷体" panose="020106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atin typeface="楷体" panose="02010609060101010101" pitchFamily="49" charset="-122"/>
                <a:ea typeface="楷体" panose="020106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8" name="页脚占位符 7"/>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4" name="页脚占位符 3"/>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3" name="页脚占位符 2"/>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atin typeface="楷体" panose="02010609060101010101" pitchFamily="49" charset="-122"/>
                <a:ea typeface="楷体" panose="02010609060101010101" pitchFamily="49" charset="-122"/>
              </a:defRPr>
            </a:lvl1pPr>
            <a:lvl2pPr>
              <a:defRPr sz="2800">
                <a:latin typeface="楷体" panose="02010609060101010101" pitchFamily="49" charset="-122"/>
                <a:ea typeface="楷体" panose="02010609060101010101" pitchFamily="49" charset="-122"/>
              </a:defRPr>
            </a:lvl2pPr>
            <a:lvl3pPr>
              <a:defRPr sz="2400">
                <a:latin typeface="楷体" panose="02010609060101010101" pitchFamily="49" charset="-122"/>
                <a:ea typeface="楷体" panose="02010609060101010101" pitchFamily="49" charset="-122"/>
              </a:defRPr>
            </a:lvl3pPr>
            <a:lvl4pPr>
              <a:defRPr sz="2000">
                <a:latin typeface="楷体" panose="02010609060101010101" pitchFamily="49" charset="-122"/>
                <a:ea typeface="楷体" panose="02010609060101010101" pitchFamily="49" charset="-122"/>
              </a:defRPr>
            </a:lvl4pPr>
            <a:lvl5pPr>
              <a:defRPr sz="2000">
                <a:latin typeface="楷体" panose="02010609060101010101" pitchFamily="49" charset="-122"/>
                <a:ea typeface="楷体" panose="02010609060101010101" pitchFamily="49" charset="-122"/>
              </a:defRPr>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atin typeface="楷体" panose="02010609060101010101" pitchFamily="49" charset="-122"/>
                <a:ea typeface="楷体" panose="02010609060101010101" pitchFamily="49"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编辑母版文本样式</a:t>
            </a:r>
            <a:endParaRPr lang="zh-CN" altLang="en-US" dirty="0"/>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6" name="页脚占位符 5"/>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atin typeface="楷体" panose="02010609060101010101" pitchFamily="49" charset="-122"/>
                <a:ea typeface="楷体" panose="02010609060101010101" pitchFamily="49"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dirty="0"/>
              <a:t>单击图标添加图片</a:t>
            </a:r>
            <a:endParaRPr lang="zh-CN" altLang="en-US" dirty="0"/>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atin typeface="楷体" panose="02010609060101010101" pitchFamily="49" charset="-122"/>
                <a:ea typeface="楷体" panose="02010609060101010101" pitchFamily="49"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编辑母版文本样式</a:t>
            </a:r>
            <a:endParaRPr lang="zh-CN" altLang="en-US" dirty="0"/>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6" name="页脚占位符 5"/>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15600" cy="4351338"/>
          </a:xfrm>
          <a:prstGeom prst="rect">
            <a:avLst/>
          </a:prstGeom>
        </p:spPr>
        <p:txBody>
          <a:bodyPr vert="eaVert"/>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showMasterSp="0">
  <p:cSld name="致谢">
    <p:bg>
      <p:bgPr>
        <a:solidFill>
          <a:schemeClr val="bg1">
            <a:alpha val="75000"/>
          </a:schemeClr>
        </a:solidFill>
        <a:effectLst/>
      </p:bgPr>
    </p:bg>
    <p:spTree>
      <p:nvGrpSpPr>
        <p:cNvPr id="1" name=""/>
        <p:cNvGrpSpPr/>
        <p:nvPr/>
      </p:nvGrpSpPr>
      <p:grpSpPr>
        <a:xfrm>
          <a:off x="0" y="0"/>
          <a:ext cx="0" cy="0"/>
          <a:chOff x="0" y="0"/>
          <a:chExt cx="0" cy="0"/>
        </a:xfrm>
      </p:grpSpPr>
      <p:pic>
        <p:nvPicPr>
          <p:cNvPr id="10" name="图片 9"/>
          <p:cNvPicPr>
            <a:picLocks noChangeAspect="1"/>
          </p:cNvPicPr>
          <p:nvPr userDrawn="1"/>
        </p:nvPicPr>
        <p:blipFill rotWithShape="1">
          <a:blip r:embed="rId2">
            <a:extLst>
              <a:ext uri="{28A0092B-C50C-407E-A947-70E740481C1C}">
                <a14:useLocalDpi xmlns:a14="http://schemas.microsoft.com/office/drawing/2010/main" val="0"/>
              </a:ext>
            </a:extLst>
          </a:blip>
          <a:srcRect l="26923" t="9570" r="15620" b="5088"/>
          <a:stretch>
            <a:fillRect/>
          </a:stretch>
        </p:blipFill>
        <p:spPr>
          <a:xfrm>
            <a:off x="298580" y="5426152"/>
            <a:ext cx="1051853" cy="1103693"/>
          </a:xfrm>
          <a:prstGeom prst="roundRect">
            <a:avLst>
              <a:gd name="adj" fmla="val 32088"/>
            </a:avLst>
          </a:prstGeom>
        </p:spPr>
      </p:pic>
      <p:pic>
        <p:nvPicPr>
          <p:cNvPr id="29" name="图片 28"/>
          <p:cNvPicPr>
            <a:picLocks noChangeAspect="1"/>
          </p:cNvPicPr>
          <p:nvPr userDrawn="1"/>
        </p:nvPicPr>
        <p:blipFill>
          <a:blip r:embed="rId3"/>
          <a:stretch>
            <a:fillRect/>
          </a:stretch>
        </p:blipFill>
        <p:spPr>
          <a:xfrm>
            <a:off x="-68424" y="0"/>
            <a:ext cx="12260424" cy="3824352"/>
          </a:xfrm>
          <a:prstGeom prst="rect">
            <a:avLst/>
          </a:prstGeom>
        </p:spPr>
      </p:pic>
      <p:pic>
        <p:nvPicPr>
          <p:cNvPr id="35" name="图片 34"/>
          <p:cNvPicPr>
            <a:picLocks noChangeAspect="1"/>
          </p:cNvPicPr>
          <p:nvPr userDrawn="1"/>
        </p:nvPicPr>
        <p:blipFill rotWithShape="1">
          <a:blip r:embed="rId4">
            <a:extLst>
              <a:ext uri="{28A0092B-C50C-407E-A947-70E740481C1C}">
                <a14:useLocalDpi xmlns:a14="http://schemas.microsoft.com/office/drawing/2010/main" val="0"/>
              </a:ext>
            </a:extLst>
          </a:blip>
          <a:srcRect l="9510" t="17970" r="7812" b="23598"/>
          <a:stretch>
            <a:fillRect/>
          </a:stretch>
        </p:blipFill>
        <p:spPr>
          <a:xfrm>
            <a:off x="8882378" y="5654832"/>
            <a:ext cx="3011042" cy="485192"/>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600200"/>
            <a:ext cx="9144000" cy="1077686"/>
          </a:xfrm>
          <a:prstGeom prst="rect">
            <a:avLst/>
          </a:prstGeom>
        </p:spPr>
        <p:txBody>
          <a:bodyPr anchor="b"/>
          <a:lstStyle>
            <a:lvl1pPr algn="ctr">
              <a:defRPr sz="6000"/>
            </a:lvl1pPr>
          </a:lstStyle>
          <a:p>
            <a:r>
              <a:rPr lang="zh-CN" altLang="en-US" dirty="0"/>
              <a:t>单击此处添加标题</a:t>
            </a:r>
            <a:endParaRPr lang="zh-CN" altLang="en-US" dirty="0"/>
          </a:p>
        </p:txBody>
      </p:sp>
      <p:sp>
        <p:nvSpPr>
          <p:cNvPr id="3" name="副标题 2"/>
          <p:cNvSpPr>
            <a:spLocks noGrp="1"/>
          </p:cNvSpPr>
          <p:nvPr>
            <p:ph type="subTitle" idx="1" hasCustomPrompt="1"/>
          </p:nvPr>
        </p:nvSpPr>
        <p:spPr>
          <a:xfrm>
            <a:off x="1524000" y="4478393"/>
            <a:ext cx="9144000" cy="1003041"/>
          </a:xfrm>
          <a:prstGeom prst="rect">
            <a:avLst/>
          </a:prstGeom>
        </p:spPr>
        <p:txBody>
          <a:bodyPr/>
          <a:lstStyle>
            <a:lvl1pPr marL="0" indent="0" algn="ctr">
              <a:buNone/>
              <a:defRPr sz="2400">
                <a:latin typeface="楷体" panose="02010609060101010101" pitchFamily="49" charset="-122"/>
                <a:ea typeface="楷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l="26923" t="9570" r="15620" b="5088"/>
          <a:stretch>
            <a:fillRect/>
          </a:stretch>
        </p:blipFill>
        <p:spPr>
          <a:xfrm>
            <a:off x="10998381" y="136525"/>
            <a:ext cx="939534" cy="985838"/>
          </a:xfrm>
          <a:prstGeom prst="roundRect">
            <a:avLst>
              <a:gd name="adj" fmla="val 32088"/>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838200" y="1825625"/>
            <a:ext cx="10515600" cy="435133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latin typeface="楷体" panose="02010609060101010101" pitchFamily="49" charset="-122"/>
                <a:ea typeface="楷体" panose="02010609060101010101" pitchFamily="49"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lvl1pPr>
              <a:defRPr baseline="0">
                <a:latin typeface="Times New Roman" panose="02020503050405090304" pitchFamily="18" charset="0"/>
                <a:ea typeface="楷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sz="half" idx="1" hasCustomPrompt="1"/>
          </p:nvPr>
        </p:nvSpPr>
        <p:spPr>
          <a:xfrm>
            <a:off x="838200" y="1825625"/>
            <a:ext cx="5181600" cy="435133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hasCustomPrompt="1"/>
          </p:nvPr>
        </p:nvSpPr>
        <p:spPr>
          <a:xfrm>
            <a:off x="6172200" y="1825625"/>
            <a:ext cx="5181600" cy="435133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6" name="页脚占位符 5"/>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lvl1pPr>
              <a:defRPr baseline="0">
                <a:latin typeface="Times New Roman" panose="02020503050405090304" pitchFamily="18" charset="0"/>
                <a:ea typeface="楷体" panose="02010609060101010101" pitchFamily="49" charset="-122"/>
              </a:defRPr>
            </a:lvl1pPr>
          </a:lstStyle>
          <a:p>
            <a:r>
              <a:rPr lang="zh-CN" altLang="en-US" dirty="0"/>
              <a:t>单击此处编辑母版标题样式</a:t>
            </a:r>
            <a:endParaRPr lang="zh-CN" altLang="en-US" dirty="0"/>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atin typeface="楷体" panose="02010609060101010101" pitchFamily="49" charset="-122"/>
                <a:ea typeface="楷体" panose="020106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atin typeface="楷体" panose="02010609060101010101" pitchFamily="49" charset="-122"/>
                <a:ea typeface="楷体" panose="020106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8" name="页脚占位符 7"/>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4" name="页脚占位符 3"/>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3" name="页脚占位符 2"/>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atin typeface="楷体" panose="02010609060101010101" pitchFamily="49" charset="-122"/>
                <a:ea typeface="楷体" panose="02010609060101010101" pitchFamily="49" charset="-122"/>
              </a:defRPr>
            </a:lvl1pPr>
            <a:lvl2pPr>
              <a:defRPr sz="2800">
                <a:latin typeface="楷体" panose="02010609060101010101" pitchFamily="49" charset="-122"/>
                <a:ea typeface="楷体" panose="02010609060101010101" pitchFamily="49" charset="-122"/>
              </a:defRPr>
            </a:lvl2pPr>
            <a:lvl3pPr>
              <a:defRPr sz="2400">
                <a:latin typeface="楷体" panose="02010609060101010101" pitchFamily="49" charset="-122"/>
                <a:ea typeface="楷体" panose="02010609060101010101" pitchFamily="49" charset="-122"/>
              </a:defRPr>
            </a:lvl3pPr>
            <a:lvl4pPr>
              <a:defRPr sz="2000">
                <a:latin typeface="楷体" panose="02010609060101010101" pitchFamily="49" charset="-122"/>
                <a:ea typeface="楷体" panose="02010609060101010101" pitchFamily="49" charset="-122"/>
              </a:defRPr>
            </a:lvl4pPr>
            <a:lvl5pPr>
              <a:defRPr sz="2000">
                <a:latin typeface="楷体" panose="02010609060101010101" pitchFamily="49" charset="-122"/>
                <a:ea typeface="楷体" panose="02010609060101010101" pitchFamily="49" charset="-122"/>
              </a:defRPr>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atin typeface="楷体" panose="02010609060101010101" pitchFamily="49" charset="-122"/>
                <a:ea typeface="楷体" panose="02010609060101010101" pitchFamily="49"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编辑母版文本样式</a:t>
            </a:r>
            <a:endParaRPr lang="zh-CN" altLang="en-US" dirty="0"/>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6" name="页脚占位符 5"/>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atin typeface="楷体" panose="02010609060101010101" pitchFamily="49" charset="-122"/>
                <a:ea typeface="楷体" panose="02010609060101010101" pitchFamily="49"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dirty="0"/>
              <a:t>单击图标添加图片</a:t>
            </a:r>
            <a:endParaRPr lang="zh-CN" altLang="en-US" dirty="0"/>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atin typeface="楷体" panose="02010609060101010101" pitchFamily="49" charset="-122"/>
                <a:ea typeface="楷体" panose="02010609060101010101" pitchFamily="49"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编辑母版文本样式</a:t>
            </a:r>
            <a:endParaRPr lang="zh-CN" altLang="en-US" dirty="0"/>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6" name="页脚占位符 5"/>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15600" cy="4351338"/>
          </a:xfrm>
          <a:prstGeom prst="rect">
            <a:avLst/>
          </a:prstGeom>
        </p:spPr>
        <p:txBody>
          <a:bodyPr vert="eaVert"/>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showMasterSp="0">
  <p:cSld name="致谢">
    <p:bg>
      <p:bgPr>
        <a:solidFill>
          <a:schemeClr val="bg1">
            <a:alpha val="75000"/>
          </a:schemeClr>
        </a:solidFill>
        <a:effectLst/>
      </p:bgPr>
    </p:bg>
    <p:spTree>
      <p:nvGrpSpPr>
        <p:cNvPr id="1" name=""/>
        <p:cNvGrpSpPr/>
        <p:nvPr/>
      </p:nvGrpSpPr>
      <p:grpSpPr>
        <a:xfrm>
          <a:off x="0" y="0"/>
          <a:ext cx="0" cy="0"/>
          <a:chOff x="0" y="0"/>
          <a:chExt cx="0" cy="0"/>
        </a:xfrm>
      </p:grpSpPr>
      <p:pic>
        <p:nvPicPr>
          <p:cNvPr id="10" name="图片 9"/>
          <p:cNvPicPr>
            <a:picLocks noChangeAspect="1"/>
          </p:cNvPicPr>
          <p:nvPr userDrawn="1"/>
        </p:nvPicPr>
        <p:blipFill rotWithShape="1">
          <a:blip r:embed="rId2">
            <a:extLst>
              <a:ext uri="{28A0092B-C50C-407E-A947-70E740481C1C}">
                <a14:useLocalDpi xmlns:a14="http://schemas.microsoft.com/office/drawing/2010/main" val="0"/>
              </a:ext>
            </a:extLst>
          </a:blip>
          <a:srcRect l="26923" t="9570" r="15620" b="5088"/>
          <a:stretch>
            <a:fillRect/>
          </a:stretch>
        </p:blipFill>
        <p:spPr>
          <a:xfrm>
            <a:off x="298580" y="5426152"/>
            <a:ext cx="1051853" cy="1103693"/>
          </a:xfrm>
          <a:prstGeom prst="roundRect">
            <a:avLst>
              <a:gd name="adj" fmla="val 32088"/>
            </a:avLst>
          </a:prstGeom>
        </p:spPr>
      </p:pic>
      <p:pic>
        <p:nvPicPr>
          <p:cNvPr id="29" name="图片 28"/>
          <p:cNvPicPr>
            <a:picLocks noChangeAspect="1"/>
          </p:cNvPicPr>
          <p:nvPr userDrawn="1"/>
        </p:nvPicPr>
        <p:blipFill>
          <a:blip r:embed="rId3"/>
          <a:stretch>
            <a:fillRect/>
          </a:stretch>
        </p:blipFill>
        <p:spPr>
          <a:xfrm>
            <a:off x="-68424" y="0"/>
            <a:ext cx="12260424" cy="3824352"/>
          </a:xfrm>
          <a:prstGeom prst="rect">
            <a:avLst/>
          </a:prstGeom>
        </p:spPr>
      </p:pic>
      <p:pic>
        <p:nvPicPr>
          <p:cNvPr id="35" name="图片 34"/>
          <p:cNvPicPr>
            <a:picLocks noChangeAspect="1"/>
          </p:cNvPicPr>
          <p:nvPr userDrawn="1"/>
        </p:nvPicPr>
        <p:blipFill rotWithShape="1">
          <a:blip r:embed="rId4">
            <a:extLst>
              <a:ext uri="{28A0092B-C50C-407E-A947-70E740481C1C}">
                <a14:useLocalDpi xmlns:a14="http://schemas.microsoft.com/office/drawing/2010/main" val="0"/>
              </a:ext>
            </a:extLst>
          </a:blip>
          <a:srcRect l="9510" t="17970" r="7812" b="23598"/>
          <a:stretch>
            <a:fillRect/>
          </a:stretch>
        </p:blipFill>
        <p:spPr>
          <a:xfrm>
            <a:off x="8882378" y="5654832"/>
            <a:ext cx="3011042" cy="485192"/>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600200"/>
            <a:ext cx="9144000" cy="1077686"/>
          </a:xfrm>
          <a:prstGeom prst="rect">
            <a:avLst/>
          </a:prstGeom>
        </p:spPr>
        <p:txBody>
          <a:bodyPr anchor="b"/>
          <a:lstStyle>
            <a:lvl1pPr algn="ctr">
              <a:defRPr sz="6000"/>
            </a:lvl1pPr>
          </a:lstStyle>
          <a:p>
            <a:r>
              <a:rPr lang="zh-CN" altLang="en-US" dirty="0"/>
              <a:t>单击此处添加标题</a:t>
            </a:r>
            <a:endParaRPr lang="zh-CN" altLang="en-US" dirty="0"/>
          </a:p>
        </p:txBody>
      </p:sp>
      <p:sp>
        <p:nvSpPr>
          <p:cNvPr id="3" name="副标题 2"/>
          <p:cNvSpPr>
            <a:spLocks noGrp="1"/>
          </p:cNvSpPr>
          <p:nvPr>
            <p:ph type="subTitle" idx="1" hasCustomPrompt="1"/>
          </p:nvPr>
        </p:nvSpPr>
        <p:spPr>
          <a:xfrm>
            <a:off x="1524000" y="4478393"/>
            <a:ext cx="9144000" cy="1003041"/>
          </a:xfrm>
          <a:prstGeom prst="rect">
            <a:avLst/>
          </a:prstGeom>
        </p:spPr>
        <p:txBody>
          <a:bodyPr/>
          <a:lstStyle>
            <a:lvl1pPr marL="0" indent="0" algn="ctr">
              <a:buNone/>
              <a:defRPr sz="2400">
                <a:latin typeface="楷体" panose="02010609060101010101" pitchFamily="49" charset="-122"/>
                <a:ea typeface="楷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l="26923" t="9570" r="15620" b="5088"/>
          <a:stretch>
            <a:fillRect/>
          </a:stretch>
        </p:blipFill>
        <p:spPr>
          <a:xfrm>
            <a:off x="10998381" y="136525"/>
            <a:ext cx="939534" cy="985838"/>
          </a:xfrm>
          <a:prstGeom prst="roundRect">
            <a:avLst>
              <a:gd name="adj" fmla="val 32088"/>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838200" y="1825625"/>
            <a:ext cx="10515600" cy="435133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latin typeface="楷体" panose="02010609060101010101" pitchFamily="49" charset="-122"/>
                <a:ea typeface="楷体" panose="02010609060101010101" pitchFamily="49"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lvl1pPr>
              <a:defRPr baseline="0">
                <a:latin typeface="Times New Roman" panose="02020503050405090304" pitchFamily="18" charset="0"/>
                <a:ea typeface="楷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sz="half" idx="1" hasCustomPrompt="1"/>
          </p:nvPr>
        </p:nvSpPr>
        <p:spPr>
          <a:xfrm>
            <a:off x="838200" y="1825625"/>
            <a:ext cx="5181600" cy="435133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hasCustomPrompt="1"/>
          </p:nvPr>
        </p:nvSpPr>
        <p:spPr>
          <a:xfrm>
            <a:off x="6172200" y="1825625"/>
            <a:ext cx="5181600" cy="435133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6" name="页脚占位符 5"/>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lvl1pPr>
              <a:defRPr baseline="0">
                <a:latin typeface="Times New Roman" panose="02020503050405090304" pitchFamily="18" charset="0"/>
                <a:ea typeface="楷体" panose="02010609060101010101" pitchFamily="49" charset="-122"/>
              </a:defRPr>
            </a:lvl1pPr>
          </a:lstStyle>
          <a:p>
            <a:r>
              <a:rPr lang="zh-CN" altLang="en-US" dirty="0"/>
              <a:t>单击此处编辑母版标题样式</a:t>
            </a:r>
            <a:endParaRPr lang="zh-CN" altLang="en-US" dirty="0"/>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atin typeface="楷体" panose="02010609060101010101" pitchFamily="49" charset="-122"/>
                <a:ea typeface="楷体" panose="020106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atin typeface="楷体" panose="02010609060101010101" pitchFamily="49" charset="-122"/>
                <a:ea typeface="楷体" panose="020106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8" name="页脚占位符 7"/>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4" name="页脚占位符 3"/>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3" name="页脚占位符 2"/>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atin typeface="楷体" panose="02010609060101010101" pitchFamily="49" charset="-122"/>
                <a:ea typeface="楷体" panose="02010609060101010101" pitchFamily="49" charset="-122"/>
              </a:defRPr>
            </a:lvl1pPr>
            <a:lvl2pPr>
              <a:defRPr sz="2800">
                <a:latin typeface="楷体" panose="02010609060101010101" pitchFamily="49" charset="-122"/>
                <a:ea typeface="楷体" panose="02010609060101010101" pitchFamily="49" charset="-122"/>
              </a:defRPr>
            </a:lvl2pPr>
            <a:lvl3pPr>
              <a:defRPr sz="2400">
                <a:latin typeface="楷体" panose="02010609060101010101" pitchFamily="49" charset="-122"/>
                <a:ea typeface="楷体" panose="02010609060101010101" pitchFamily="49" charset="-122"/>
              </a:defRPr>
            </a:lvl3pPr>
            <a:lvl4pPr>
              <a:defRPr sz="2000">
                <a:latin typeface="楷体" panose="02010609060101010101" pitchFamily="49" charset="-122"/>
                <a:ea typeface="楷体" panose="02010609060101010101" pitchFamily="49" charset="-122"/>
              </a:defRPr>
            </a:lvl4pPr>
            <a:lvl5pPr>
              <a:defRPr sz="2000">
                <a:latin typeface="楷体" panose="02010609060101010101" pitchFamily="49" charset="-122"/>
                <a:ea typeface="楷体" panose="02010609060101010101" pitchFamily="49" charset="-122"/>
              </a:defRPr>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atin typeface="楷体" panose="02010609060101010101" pitchFamily="49" charset="-122"/>
                <a:ea typeface="楷体" panose="02010609060101010101" pitchFamily="49"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编辑母版文本样式</a:t>
            </a:r>
            <a:endParaRPr lang="zh-CN" altLang="en-US" dirty="0"/>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6" name="页脚占位符 5"/>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atin typeface="楷体" panose="02010609060101010101" pitchFamily="49" charset="-122"/>
                <a:ea typeface="楷体" panose="02010609060101010101" pitchFamily="49"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dirty="0"/>
              <a:t>单击图标添加图片</a:t>
            </a:r>
            <a:endParaRPr lang="zh-CN" altLang="en-US" dirty="0"/>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atin typeface="楷体" panose="02010609060101010101" pitchFamily="49" charset="-122"/>
                <a:ea typeface="楷体" panose="02010609060101010101" pitchFamily="49"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编辑母版文本样式</a:t>
            </a:r>
            <a:endParaRPr lang="zh-CN" altLang="en-US" dirty="0"/>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6" name="页脚占位符 5"/>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15600" cy="4351338"/>
          </a:xfrm>
          <a:prstGeom prst="rect">
            <a:avLst/>
          </a:prstGeom>
        </p:spPr>
        <p:txBody>
          <a:bodyPr vert="eaVert"/>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showMasterSp="0">
  <p:cSld name="致谢">
    <p:bg>
      <p:bgPr>
        <a:solidFill>
          <a:schemeClr val="bg1">
            <a:alpha val="75000"/>
          </a:schemeClr>
        </a:solidFill>
        <a:effectLst/>
      </p:bgPr>
    </p:bg>
    <p:spTree>
      <p:nvGrpSpPr>
        <p:cNvPr id="1" name=""/>
        <p:cNvGrpSpPr/>
        <p:nvPr/>
      </p:nvGrpSpPr>
      <p:grpSpPr>
        <a:xfrm>
          <a:off x="0" y="0"/>
          <a:ext cx="0" cy="0"/>
          <a:chOff x="0" y="0"/>
          <a:chExt cx="0" cy="0"/>
        </a:xfrm>
      </p:grpSpPr>
      <p:pic>
        <p:nvPicPr>
          <p:cNvPr id="10" name="图片 9"/>
          <p:cNvPicPr>
            <a:picLocks noChangeAspect="1"/>
          </p:cNvPicPr>
          <p:nvPr userDrawn="1"/>
        </p:nvPicPr>
        <p:blipFill rotWithShape="1">
          <a:blip r:embed="rId2">
            <a:extLst>
              <a:ext uri="{28A0092B-C50C-407E-A947-70E740481C1C}">
                <a14:useLocalDpi xmlns:a14="http://schemas.microsoft.com/office/drawing/2010/main" val="0"/>
              </a:ext>
            </a:extLst>
          </a:blip>
          <a:srcRect l="26923" t="9570" r="15620" b="5088"/>
          <a:stretch>
            <a:fillRect/>
          </a:stretch>
        </p:blipFill>
        <p:spPr>
          <a:xfrm>
            <a:off x="298580" y="5426152"/>
            <a:ext cx="1051853" cy="1103693"/>
          </a:xfrm>
          <a:prstGeom prst="roundRect">
            <a:avLst>
              <a:gd name="adj" fmla="val 32088"/>
            </a:avLst>
          </a:prstGeom>
        </p:spPr>
      </p:pic>
      <p:pic>
        <p:nvPicPr>
          <p:cNvPr id="29" name="图片 28"/>
          <p:cNvPicPr>
            <a:picLocks noChangeAspect="1"/>
          </p:cNvPicPr>
          <p:nvPr userDrawn="1"/>
        </p:nvPicPr>
        <p:blipFill>
          <a:blip r:embed="rId3"/>
          <a:stretch>
            <a:fillRect/>
          </a:stretch>
        </p:blipFill>
        <p:spPr>
          <a:xfrm>
            <a:off x="-68424" y="0"/>
            <a:ext cx="12260424" cy="3824352"/>
          </a:xfrm>
          <a:prstGeom prst="rect">
            <a:avLst/>
          </a:prstGeom>
        </p:spPr>
      </p:pic>
      <p:pic>
        <p:nvPicPr>
          <p:cNvPr id="35" name="图片 34"/>
          <p:cNvPicPr>
            <a:picLocks noChangeAspect="1"/>
          </p:cNvPicPr>
          <p:nvPr userDrawn="1"/>
        </p:nvPicPr>
        <p:blipFill rotWithShape="1">
          <a:blip r:embed="rId4">
            <a:extLst>
              <a:ext uri="{28A0092B-C50C-407E-A947-70E740481C1C}">
                <a14:useLocalDpi xmlns:a14="http://schemas.microsoft.com/office/drawing/2010/main" val="0"/>
              </a:ext>
            </a:extLst>
          </a:blip>
          <a:srcRect l="9510" t="17970" r="7812" b="23598"/>
          <a:stretch>
            <a:fillRect/>
          </a:stretch>
        </p:blipFill>
        <p:spPr>
          <a:xfrm>
            <a:off x="8882378" y="5654832"/>
            <a:ext cx="3011042" cy="485192"/>
          </a:xfrm>
          <a:prstGeom prst="rect">
            <a:avLst/>
          </a:prstGeom>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600200"/>
            <a:ext cx="9144000" cy="1077686"/>
          </a:xfrm>
          <a:prstGeom prst="rect">
            <a:avLst/>
          </a:prstGeom>
        </p:spPr>
        <p:txBody>
          <a:bodyPr anchor="b"/>
          <a:lstStyle>
            <a:lvl1pPr algn="ctr">
              <a:defRPr sz="6000"/>
            </a:lvl1pPr>
          </a:lstStyle>
          <a:p>
            <a:r>
              <a:rPr lang="zh-CN" altLang="en-US" dirty="0"/>
              <a:t>单击此处添加标题</a:t>
            </a:r>
            <a:endParaRPr lang="zh-CN" altLang="en-US" dirty="0"/>
          </a:p>
        </p:txBody>
      </p:sp>
      <p:sp>
        <p:nvSpPr>
          <p:cNvPr id="3" name="副标题 2"/>
          <p:cNvSpPr>
            <a:spLocks noGrp="1"/>
          </p:cNvSpPr>
          <p:nvPr>
            <p:ph type="subTitle" idx="1" hasCustomPrompt="1"/>
          </p:nvPr>
        </p:nvSpPr>
        <p:spPr>
          <a:xfrm>
            <a:off x="1524000" y="4478393"/>
            <a:ext cx="9144000" cy="1003041"/>
          </a:xfrm>
          <a:prstGeom prst="rect">
            <a:avLst/>
          </a:prstGeom>
        </p:spPr>
        <p:txBody>
          <a:bodyPr/>
          <a:lstStyle>
            <a:lvl1pPr marL="0" indent="0" algn="ctr">
              <a:buNone/>
              <a:defRPr sz="2400">
                <a:latin typeface="楷体" panose="02010609060101010101" pitchFamily="49" charset="-122"/>
                <a:ea typeface="楷体" panose="02010609060101010101" pitchFamily="49"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l="26923" t="9570" r="15620" b="5088"/>
          <a:stretch>
            <a:fillRect/>
          </a:stretch>
        </p:blipFill>
        <p:spPr>
          <a:xfrm>
            <a:off x="10998381" y="136525"/>
            <a:ext cx="939534" cy="985838"/>
          </a:xfrm>
          <a:prstGeom prst="roundRect">
            <a:avLst>
              <a:gd name="adj" fmla="val 32088"/>
            </a:avLst>
          </a:prstGeom>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838200" y="1825625"/>
            <a:ext cx="10515600" cy="435133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a:prstGeom prst="rect">
            <a:avLst/>
          </a:prstGeom>
        </p:spPr>
        <p:txBody>
          <a:bodyPr/>
          <a:lstStyle>
            <a:lvl1pPr marL="0" indent="0">
              <a:buNone/>
              <a:defRPr sz="2400">
                <a:solidFill>
                  <a:schemeClr val="tx1">
                    <a:tint val="75000"/>
                  </a:schemeClr>
                </a:solidFill>
                <a:latin typeface="楷体" panose="02010609060101010101" pitchFamily="49" charset="-122"/>
                <a:ea typeface="楷体" panose="02010609060101010101" pitchFamily="49"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lvl1pPr>
              <a:defRPr baseline="0">
                <a:latin typeface="Times New Roman" panose="02020503050405090304" pitchFamily="18" charset="0"/>
                <a:ea typeface="楷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sz="half" idx="1" hasCustomPrompt="1"/>
          </p:nvPr>
        </p:nvSpPr>
        <p:spPr>
          <a:xfrm>
            <a:off x="838200" y="1825625"/>
            <a:ext cx="5181600" cy="435133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hasCustomPrompt="1"/>
          </p:nvPr>
        </p:nvSpPr>
        <p:spPr>
          <a:xfrm>
            <a:off x="6172200" y="1825625"/>
            <a:ext cx="5181600" cy="435133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6" name="页脚占位符 5"/>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lvl1pPr>
              <a:defRPr baseline="0">
                <a:latin typeface="Times New Roman" panose="02020503050405090304" pitchFamily="18" charset="0"/>
                <a:ea typeface="楷体" panose="02010609060101010101" pitchFamily="49" charset="-122"/>
              </a:defRPr>
            </a:lvl1pPr>
          </a:lstStyle>
          <a:p>
            <a:r>
              <a:rPr lang="zh-CN" altLang="en-US" dirty="0"/>
              <a:t>单击此处编辑母版标题样式</a:t>
            </a:r>
            <a:endParaRPr lang="zh-CN" altLang="en-US" dirty="0"/>
          </a:p>
        </p:txBody>
      </p:sp>
      <p:sp>
        <p:nvSpPr>
          <p:cNvPr id="3" name="文本占位符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atin typeface="楷体" panose="02010609060101010101" pitchFamily="49" charset="-122"/>
                <a:ea typeface="楷体" panose="020106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4" name="内容占位符 3"/>
          <p:cNvSpPr>
            <a:spLocks noGrp="1"/>
          </p:cNvSpPr>
          <p:nvPr>
            <p:ph sz="half" idx="2" hasCustomPrompt="1"/>
          </p:nvPr>
        </p:nvSpPr>
        <p:spPr>
          <a:xfrm>
            <a:off x="839788" y="2505075"/>
            <a:ext cx="5157787" cy="368458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atin typeface="楷体" panose="02010609060101010101" pitchFamily="49" charset="-122"/>
                <a:ea typeface="楷体" panose="02010609060101010101" pitchFamily="49"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6" name="内容占位符 5"/>
          <p:cNvSpPr>
            <a:spLocks noGrp="1"/>
          </p:cNvSpPr>
          <p:nvPr>
            <p:ph sz="quarter" idx="4" hasCustomPrompt="1"/>
          </p:nvPr>
        </p:nvSpPr>
        <p:spPr>
          <a:xfrm>
            <a:off x="6172200" y="2505075"/>
            <a:ext cx="5183188" cy="3684588"/>
          </a:xfrm>
          <a:prstGeom prst="rect">
            <a:avLst/>
          </a:prstGeom>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8" name="页脚占位符 7"/>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4" name="页脚占位符 3"/>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3" name="页脚占位符 2"/>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a:prstGeom prst="rect">
            <a:avLst/>
          </a:prstGeom>
        </p:spPr>
        <p:txBody>
          <a:bodyPr/>
          <a:lstStyle>
            <a:lvl1pPr>
              <a:defRPr sz="3200">
                <a:latin typeface="楷体" panose="02010609060101010101" pitchFamily="49" charset="-122"/>
                <a:ea typeface="楷体" panose="02010609060101010101" pitchFamily="49" charset="-122"/>
              </a:defRPr>
            </a:lvl1pPr>
            <a:lvl2pPr>
              <a:defRPr sz="2800">
                <a:latin typeface="楷体" panose="02010609060101010101" pitchFamily="49" charset="-122"/>
                <a:ea typeface="楷体" panose="02010609060101010101" pitchFamily="49" charset="-122"/>
              </a:defRPr>
            </a:lvl2pPr>
            <a:lvl3pPr>
              <a:defRPr sz="2400">
                <a:latin typeface="楷体" panose="02010609060101010101" pitchFamily="49" charset="-122"/>
                <a:ea typeface="楷体" panose="02010609060101010101" pitchFamily="49" charset="-122"/>
              </a:defRPr>
            </a:lvl3pPr>
            <a:lvl4pPr>
              <a:defRPr sz="2000">
                <a:latin typeface="楷体" panose="02010609060101010101" pitchFamily="49" charset="-122"/>
                <a:ea typeface="楷体" panose="02010609060101010101" pitchFamily="49" charset="-122"/>
              </a:defRPr>
            </a:lvl4pPr>
            <a:lvl5pPr>
              <a:defRPr sz="2000">
                <a:latin typeface="楷体" panose="02010609060101010101" pitchFamily="49" charset="-122"/>
                <a:ea typeface="楷体" panose="02010609060101010101" pitchFamily="49" charset="-122"/>
              </a:defRPr>
            </a:lvl5pPr>
            <a:lvl6pPr>
              <a:defRPr sz="2000"/>
            </a:lvl6pPr>
            <a:lvl7pPr>
              <a:defRPr sz="2000"/>
            </a:lvl7pPr>
            <a:lvl8pPr>
              <a:defRPr sz="2000"/>
            </a:lvl8pPr>
            <a:lvl9pPr>
              <a:defRPr sz="2000"/>
            </a:lvl9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atin typeface="楷体" panose="02010609060101010101" pitchFamily="49" charset="-122"/>
                <a:ea typeface="楷体" panose="02010609060101010101" pitchFamily="49"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编辑母版文本样式</a:t>
            </a:r>
            <a:endParaRPr lang="zh-CN" altLang="en-US" dirty="0"/>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6" name="页脚占位符 5"/>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atin typeface="楷体" panose="02010609060101010101" pitchFamily="49" charset="-122"/>
                <a:ea typeface="楷体" panose="02010609060101010101" pitchFamily="49"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dirty="0"/>
              <a:t>单击图标添加图片</a:t>
            </a:r>
            <a:endParaRPr lang="zh-CN" altLang="en-US" dirty="0"/>
          </a:p>
        </p:txBody>
      </p:sp>
      <p:sp>
        <p:nvSpPr>
          <p:cNvPr id="4" name="文本占位符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atin typeface="楷体" panose="02010609060101010101" pitchFamily="49" charset="-122"/>
                <a:ea typeface="楷体" panose="02010609060101010101" pitchFamily="49" charset="-122"/>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编辑母版文本样式</a:t>
            </a:r>
            <a:endParaRPr lang="zh-CN" altLang="en-US" dirty="0"/>
          </a:p>
        </p:txBody>
      </p:sp>
      <p:sp>
        <p:nvSpPr>
          <p:cNvPr id="5" name="日期占位符 4"/>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6" name="页脚占位符 5"/>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15600" cy="4351338"/>
          </a:xfrm>
          <a:prstGeom prst="rect">
            <a:avLst/>
          </a:prstGeom>
        </p:spPr>
        <p:txBody>
          <a:bodyPr vert="eaVert"/>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a:prstGeom prst="rect">
            <a:avLst/>
          </a:prstGeom>
        </p:spPr>
        <p:txBody>
          <a:bodyPr vert="eaVert"/>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a:xfrm>
            <a:off x="8382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CB627070-EBB4-400E-B407-5DFEE4793D3B}" type="datetimeFigureOut">
              <a:rPr lang="zh-CN" altLang="en-US" smtClean="0"/>
            </a:fld>
            <a:endParaRPr lang="zh-CN" altLang="en-US" dirty="0"/>
          </a:p>
        </p:txBody>
      </p:sp>
      <p:sp>
        <p:nvSpPr>
          <p:cNvPr id="5" name="页脚占位符 4"/>
          <p:cNvSpPr>
            <a:spLocks noGrp="1"/>
          </p:cNvSpPr>
          <p:nvPr>
            <p:ph type="ftr" sz="quarter" idx="11"/>
          </p:nvPr>
        </p:nvSpPr>
        <p:spPr>
          <a:xfrm>
            <a:off x="4038600" y="6356350"/>
            <a:ext cx="4114800" cy="365125"/>
          </a:xfrm>
          <a:prstGeom prst="rect">
            <a:avLst/>
          </a:prstGeom>
        </p:spPr>
        <p:txBody>
          <a:bodyPr/>
          <a:lstStyle>
            <a:lvl1pPr>
              <a:defRPr>
                <a:latin typeface="楷体" panose="02010609060101010101" pitchFamily="49" charset="-122"/>
                <a:ea typeface="楷体" panose="02010609060101010101" pitchFamily="49" charset="-122"/>
              </a:defRPr>
            </a:lvl1pPr>
          </a:lstStyle>
          <a:p>
            <a:endParaRPr lang="zh-CN" altLang="en-US" dirty="0"/>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lvl1pPr>
              <a:defRPr>
                <a:latin typeface="楷体" panose="02010609060101010101" pitchFamily="49" charset="-122"/>
                <a:ea typeface="楷体" panose="02010609060101010101" pitchFamily="49" charset="-122"/>
              </a:defRPr>
            </a:lvl1pPr>
          </a:lstStyle>
          <a:p>
            <a:fld id="{D01E8F5D-74FC-4F07-8742-93BA6CEA91D4}" type="slidenum">
              <a:rPr lang="zh-CN" altLang="en-US" smtClean="0"/>
            </a:fld>
            <a:endParaRPr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showMasterSp="0">
  <p:cSld name="致谢">
    <p:bg>
      <p:bgPr>
        <a:solidFill>
          <a:schemeClr val="bg1">
            <a:alpha val="75000"/>
          </a:schemeClr>
        </a:solidFill>
        <a:effectLst/>
      </p:bgPr>
    </p:bg>
    <p:spTree>
      <p:nvGrpSpPr>
        <p:cNvPr id="1" name=""/>
        <p:cNvGrpSpPr/>
        <p:nvPr/>
      </p:nvGrpSpPr>
      <p:grpSpPr>
        <a:xfrm>
          <a:off x="0" y="0"/>
          <a:ext cx="0" cy="0"/>
          <a:chOff x="0" y="0"/>
          <a:chExt cx="0" cy="0"/>
        </a:xfrm>
      </p:grpSpPr>
      <p:pic>
        <p:nvPicPr>
          <p:cNvPr id="10" name="图片 9"/>
          <p:cNvPicPr>
            <a:picLocks noChangeAspect="1"/>
          </p:cNvPicPr>
          <p:nvPr userDrawn="1"/>
        </p:nvPicPr>
        <p:blipFill rotWithShape="1">
          <a:blip r:embed="rId2">
            <a:extLst>
              <a:ext uri="{28A0092B-C50C-407E-A947-70E740481C1C}">
                <a14:useLocalDpi xmlns:a14="http://schemas.microsoft.com/office/drawing/2010/main" val="0"/>
              </a:ext>
            </a:extLst>
          </a:blip>
          <a:srcRect l="26923" t="9570" r="15620" b="5088"/>
          <a:stretch>
            <a:fillRect/>
          </a:stretch>
        </p:blipFill>
        <p:spPr>
          <a:xfrm>
            <a:off x="298580" y="5426152"/>
            <a:ext cx="1051853" cy="1103693"/>
          </a:xfrm>
          <a:prstGeom prst="roundRect">
            <a:avLst>
              <a:gd name="adj" fmla="val 32088"/>
            </a:avLst>
          </a:prstGeom>
        </p:spPr>
      </p:pic>
      <p:pic>
        <p:nvPicPr>
          <p:cNvPr id="29" name="图片 28"/>
          <p:cNvPicPr>
            <a:picLocks noChangeAspect="1"/>
          </p:cNvPicPr>
          <p:nvPr userDrawn="1"/>
        </p:nvPicPr>
        <p:blipFill>
          <a:blip r:embed="rId3"/>
          <a:stretch>
            <a:fillRect/>
          </a:stretch>
        </p:blipFill>
        <p:spPr>
          <a:xfrm>
            <a:off x="-68424" y="0"/>
            <a:ext cx="12260424" cy="3824352"/>
          </a:xfrm>
          <a:prstGeom prst="rect">
            <a:avLst/>
          </a:prstGeom>
        </p:spPr>
      </p:pic>
      <p:pic>
        <p:nvPicPr>
          <p:cNvPr id="35" name="图片 34"/>
          <p:cNvPicPr>
            <a:picLocks noChangeAspect="1"/>
          </p:cNvPicPr>
          <p:nvPr userDrawn="1"/>
        </p:nvPicPr>
        <p:blipFill rotWithShape="1">
          <a:blip r:embed="rId4">
            <a:extLst>
              <a:ext uri="{28A0092B-C50C-407E-A947-70E740481C1C}">
                <a14:useLocalDpi xmlns:a14="http://schemas.microsoft.com/office/drawing/2010/main" val="0"/>
              </a:ext>
            </a:extLst>
          </a:blip>
          <a:srcRect l="9510" t="17970" r="7812" b="23598"/>
          <a:stretch>
            <a:fillRect/>
          </a:stretch>
        </p:blipFill>
        <p:spPr>
          <a:xfrm>
            <a:off x="8882378" y="5654832"/>
            <a:ext cx="3011042" cy="48519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1.jpe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4" Type="http://schemas.openxmlformats.org/officeDocument/2006/relationships/theme" Target="../theme/theme3.xml"/><Relationship Id="rId13" Type="http://schemas.openxmlformats.org/officeDocument/2006/relationships/image" Target="../media/image1.jpeg"/><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4" Type="http://schemas.openxmlformats.org/officeDocument/2006/relationships/theme" Target="../theme/theme4.xml"/><Relationship Id="rId13" Type="http://schemas.openxmlformats.org/officeDocument/2006/relationships/image" Target="../media/image1.jpeg"/><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userDrawn="1"/>
        </p:nvPicPr>
        <p:blipFill rotWithShape="1">
          <a:blip r:embed="rId13">
            <a:alphaModFix amt="70000"/>
            <a:extLst>
              <a:ext uri="{28A0092B-C50C-407E-A947-70E740481C1C}">
                <a14:useLocalDpi xmlns:a14="http://schemas.microsoft.com/office/drawing/2010/main" val="0"/>
              </a:ext>
            </a:extLst>
          </a:blip>
          <a:srcRect l="26923" t="9570" r="15620" b="5088"/>
          <a:stretch>
            <a:fillRect/>
          </a:stretch>
        </p:blipFill>
        <p:spPr>
          <a:xfrm>
            <a:off x="11080866" y="114752"/>
            <a:ext cx="770012" cy="807962"/>
          </a:xfrm>
          <a:prstGeom prst="roundRect">
            <a:avLst>
              <a:gd name="adj" fmla="val 32088"/>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userDrawn="1"/>
        </p:nvPicPr>
        <p:blipFill rotWithShape="1">
          <a:blip r:embed="rId13">
            <a:alphaModFix amt="70000"/>
            <a:extLst>
              <a:ext uri="{28A0092B-C50C-407E-A947-70E740481C1C}">
                <a14:useLocalDpi xmlns:a14="http://schemas.microsoft.com/office/drawing/2010/main" val="0"/>
              </a:ext>
            </a:extLst>
          </a:blip>
          <a:srcRect l="26923" t="9570" r="15620" b="5088"/>
          <a:stretch>
            <a:fillRect/>
          </a:stretch>
        </p:blipFill>
        <p:spPr>
          <a:xfrm>
            <a:off x="11080866" y="114752"/>
            <a:ext cx="770012" cy="807962"/>
          </a:xfrm>
          <a:prstGeom prst="roundRect">
            <a:avLst>
              <a:gd name="adj" fmla="val 32088"/>
            </a:avLst>
          </a:prstGeom>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userDrawn="1"/>
        </p:nvPicPr>
        <p:blipFill rotWithShape="1">
          <a:blip r:embed="rId13">
            <a:alphaModFix amt="70000"/>
            <a:extLst>
              <a:ext uri="{28A0092B-C50C-407E-A947-70E740481C1C}">
                <a14:useLocalDpi xmlns:a14="http://schemas.microsoft.com/office/drawing/2010/main" val="0"/>
              </a:ext>
            </a:extLst>
          </a:blip>
          <a:srcRect l="26923" t="9570" r="15620" b="5088"/>
          <a:stretch>
            <a:fillRect/>
          </a:stretch>
        </p:blipFill>
        <p:spPr>
          <a:xfrm>
            <a:off x="11080866" y="114752"/>
            <a:ext cx="770012" cy="807962"/>
          </a:xfrm>
          <a:prstGeom prst="roundRect">
            <a:avLst>
              <a:gd name="adj" fmla="val 32088"/>
            </a:avLst>
          </a:prstGeom>
        </p:spPr>
      </p:pic>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3" name="图片 12"/>
          <p:cNvPicPr>
            <a:picLocks noChangeAspect="1"/>
          </p:cNvPicPr>
          <p:nvPr userDrawn="1"/>
        </p:nvPicPr>
        <p:blipFill rotWithShape="1">
          <a:blip r:embed="rId13">
            <a:alphaModFix amt="70000"/>
            <a:extLst>
              <a:ext uri="{28A0092B-C50C-407E-A947-70E740481C1C}">
                <a14:useLocalDpi xmlns:a14="http://schemas.microsoft.com/office/drawing/2010/main" val="0"/>
              </a:ext>
            </a:extLst>
          </a:blip>
          <a:srcRect l="26923" t="9570" r="15620" b="5088"/>
          <a:stretch>
            <a:fillRect/>
          </a:stretch>
        </p:blipFill>
        <p:spPr>
          <a:xfrm>
            <a:off x="11080866" y="114752"/>
            <a:ext cx="770012" cy="807962"/>
          </a:xfrm>
          <a:prstGeom prst="roundRect">
            <a:avLst>
              <a:gd name="adj" fmla="val 32088"/>
            </a:avLst>
          </a:prstGeom>
        </p:spPr>
      </p:pic>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doi.org/10.1525/collabra.165" TargetMode="Externa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doi.org/10.1525/collabra.165" TargetMode="External"/><Relationship Id="rId2" Type="http://schemas.openxmlformats.org/officeDocument/2006/relationships/hyperlink" Target="penguin_rawdata.sav" TargetMode="External"/><Relationship Id="rId1" Type="http://schemas.openxmlformats.org/officeDocument/2006/relationships/hyperlink" Target="penguin_rawdata.csv" TargetMode="Externa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doi.org/10.1525/collabra.165" TargetMode="Externa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doi.org/10.1525/collabra.165" TargetMode="External"/><Relationship Id="rId2" Type="http://schemas.openxmlformats.org/officeDocument/2006/relationships/image" Target="../media/image8.png"/><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hyperlink" Target="https://doi.org/10.1525/collabra.165" TargetMode="External"/><Relationship Id="rId2" Type="http://schemas.openxmlformats.org/officeDocument/2006/relationships/image" Target="../media/image10.png"/><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hyperlink" Target="https://doi.org/10.1525/collabra.165" TargetMode="Externa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doi.org/10.1525/collabra.301" TargetMode="Externa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hyperlink" Target="https://doi.org/10.1525/collabra.301" TargetMode="Externa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doi.org/10.1525/collabra.301" TargetMode="Externa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doi.org/10.1525/collabra.301" TargetMode="External"/><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hyperlink" Target="https://doi.org/10.1525/collabra.301" TargetMode="Externa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hyperlink" Target="https://doi.org/10.1525/collabra.301" TargetMode="Externa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hyperlink" Target="https://doi.org/10.1525/collabra.301" TargetMode="Externa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hyperlink" Target="https://doi.org/10.1525/collabra.301" TargetMode="External"/></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hyperlink" Target="https://doi.org/10.1525/collabra.301" TargetMode="Externa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2.GIF"/><Relationship Id="rId2" Type="http://schemas.openxmlformats.org/officeDocument/2006/relationships/image" Target="../media/image21.png"/><Relationship Id="rId1" Type="http://schemas.openxmlformats.org/officeDocument/2006/relationships/tags" Target="../tags/tag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hyperlink" Target="https://github.com/code-yeongyu/oh-my-openagent/blob/dev/docs/guide/overview.md" TargetMode="External"/><Relationship Id="rId2" Type="http://schemas.openxmlformats.org/officeDocument/2006/relationships/image" Target="../media/image27.png"/><Relationship Id="rId1"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image" Target="../media/image31.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3.png"/></Relationships>
</file>

<file path=ppt/slides/_rels/slide3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4.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3.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tags" Target="../tags/tag2.xml"/><Relationship Id="rId1" Type="http://schemas.openxmlformats.org/officeDocument/2006/relationships/hyperlink" Target="https://mirrors.tuna.tsinghua.edu.cn/CRAN/" TargetMode="External"/></Relationships>
</file>

<file path=ppt/slides/_rels/slide38.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tags" Target="../tags/tag4.xml"/><Relationship Id="rId3" Type="http://schemas.openxmlformats.org/officeDocument/2006/relationships/image" Target="../media/image36.png"/><Relationship Id="rId2" Type="http://schemas.openxmlformats.org/officeDocument/2006/relationships/tags" Target="../tags/tag3.xml"/><Relationship Id="rId1" Type="http://schemas.openxmlformats.org/officeDocument/2006/relationships/hyperlink" Target="https://mirrors.tuna.tsinghua.edu.cn/CRAN/" TargetMode="Externa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hyperlink" Target="https://mirrors.tuna.tsinghua.edu.cn/CRAN/" TargetMode="External"/><Relationship Id="rId1" Type="http://schemas.openxmlformats.org/officeDocument/2006/relationships/image" Target="../media/image3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tags" Target="../tags/tag7.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2.png"/><Relationship Id="rId1" Type="http://schemas.openxmlformats.org/officeDocument/2006/relationships/tags" Target="../tags/tag8.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43.png"/><Relationship Id="rId1" Type="http://schemas.openxmlformats.org/officeDocument/2006/relationships/tags" Target="../tags/tag9.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tags" Target="../tags/tag10.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tags" Target="../tags/tag11.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6.png"/><Relationship Id="rId1" Type="http://schemas.openxmlformats.org/officeDocument/2006/relationships/tags" Target="../tags/tag12.xml"/></Relationships>
</file>

<file path=ppt/slides/_rels/slide4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8.jpeg"/><Relationship Id="rId2" Type="http://schemas.openxmlformats.org/officeDocument/2006/relationships/image" Target="../media/image47.png"/><Relationship Id="rId1" Type="http://schemas.openxmlformats.org/officeDocument/2006/relationships/tags" Target="../tags/tag13.xml"/></Relationships>
</file>

<file path=ppt/slides/_rels/slide4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image" Target="../media/image47.png"/><Relationship Id="rId1" Type="http://schemas.openxmlformats.org/officeDocument/2006/relationships/tags" Target="../tags/tag14.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0.jpeg"/><Relationship Id="rId1" Type="http://schemas.openxmlformats.org/officeDocument/2006/relationships/tags" Target="../tags/tag19.xml"/></Relationships>
</file>

<file path=ppt/slides/_rels/slide5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image" Target="../media/image52.png"/><Relationship Id="rId4" Type="http://schemas.openxmlformats.org/officeDocument/2006/relationships/tags" Target="../tags/tag21.xml"/><Relationship Id="rId3" Type="http://schemas.openxmlformats.org/officeDocument/2006/relationships/image" Target="../media/image51.png"/><Relationship Id="rId2" Type="http://schemas.openxmlformats.org/officeDocument/2006/relationships/tags" Target="../tags/tag20.xml"/><Relationship Id="rId1" Type="http://schemas.openxmlformats.org/officeDocument/2006/relationships/hyperlink" Target="https://posit.co/download/rstudio-desktop/" TargetMode="External"/></Relationships>
</file>

<file path=ppt/slides/_rels/slide5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4.png"/><Relationship Id="rId3" Type="http://schemas.openxmlformats.org/officeDocument/2006/relationships/tags" Target="../tags/tag25.xml"/><Relationship Id="rId2" Type="http://schemas.openxmlformats.org/officeDocument/2006/relationships/image" Target="../media/image53.png"/><Relationship Id="rId1" Type="http://schemas.openxmlformats.org/officeDocument/2006/relationships/hyperlink" Target="https://posit.co/download/rstudio-desktop/" TargetMode="Externa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56.png"/><Relationship Id="rId1" Type="http://schemas.openxmlformats.org/officeDocument/2006/relationships/image" Target="../media/image55.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58.png"/><Relationship Id="rId1" Type="http://schemas.openxmlformats.org/officeDocument/2006/relationships/image" Target="../media/image57.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9.png"/><Relationship Id="rId1" Type="http://schemas.openxmlformats.org/officeDocument/2006/relationships/tags" Target="../tags/tag26.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0.png"/><Relationship Id="rId1" Type="http://schemas.openxmlformats.org/officeDocument/2006/relationships/tags" Target="../tags/tag27.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4.png"/><Relationship Id="rId1" Type="http://schemas.openxmlformats.org/officeDocument/2006/relationships/tags" Target="../tags/tag28.xml"/></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30.xml"/><Relationship Id="rId2" Type="http://schemas.openxmlformats.org/officeDocument/2006/relationships/image" Target="../media/image65.png"/><Relationship Id="rId1" Type="http://schemas.openxmlformats.org/officeDocument/2006/relationships/tags" Target="../tags/tag29.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6.png"/><Relationship Id="rId1" Type="http://schemas.openxmlformats.org/officeDocument/2006/relationships/tags" Target="../tags/tag31.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67.png"/><Relationship Id="rId1" Type="http://schemas.openxmlformats.org/officeDocument/2006/relationships/tags" Target="../tags/tag32.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8.png"/><Relationship Id="rId1" Type="http://schemas.openxmlformats.org/officeDocument/2006/relationships/tags" Target="../tags/tag33.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9.png"/><Relationship Id="rId1" Type="http://schemas.openxmlformats.org/officeDocument/2006/relationships/tags" Target="../tags/tag3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0.png"/><Relationship Id="rId1" Type="http://schemas.openxmlformats.org/officeDocument/2006/relationships/tags" Target="../tags/tag35.xml"/></Relationships>
</file>

<file path=ppt/slides/_rels/slide68.xml.rels><?xml version="1.0" encoding="UTF-8" standalone="yes"?>
<Relationships xmlns="http://schemas.openxmlformats.org/package/2006/relationships"><Relationship Id="rId9" Type="http://schemas.openxmlformats.org/officeDocument/2006/relationships/tags" Target="../tags/tag43.xml"/><Relationship Id="rId8" Type="http://schemas.openxmlformats.org/officeDocument/2006/relationships/tags" Target="../tags/tag42.xml"/><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image" Target="../media/image70.png"/><Relationship Id="rId10" Type="http://schemas.openxmlformats.org/officeDocument/2006/relationships/slideLayout" Target="../slideLayouts/slideLayout14.xml"/><Relationship Id="rId1" Type="http://schemas.openxmlformats.org/officeDocument/2006/relationships/tags" Target="../tags/tag36.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1.png"/><Relationship Id="rId1" Type="http://schemas.openxmlformats.org/officeDocument/2006/relationships/tags" Target="../tags/tag44.xml"/></Relationships>
</file>

<file path=ppt/slides/_rels/slide7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1.png"/><Relationship Id="rId3" Type="http://schemas.openxmlformats.org/officeDocument/2006/relationships/tags" Target="../tags/tag46.xml"/><Relationship Id="rId2" Type="http://schemas.openxmlformats.org/officeDocument/2006/relationships/image" Target="../media/image72.png"/><Relationship Id="rId1" Type="http://schemas.openxmlformats.org/officeDocument/2006/relationships/tags" Target="../tags/tag45.xml"/></Relationships>
</file>

<file path=ppt/slides/_rels/slide7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tags" Target="../tags/tag49.xml"/><Relationship Id="rId4" Type="http://schemas.openxmlformats.org/officeDocument/2006/relationships/image" Target="../media/image72.png"/><Relationship Id="rId3" Type="http://schemas.openxmlformats.org/officeDocument/2006/relationships/tags" Target="../tags/tag48.xml"/><Relationship Id="rId2" Type="http://schemas.openxmlformats.org/officeDocument/2006/relationships/image" Target="../media/image73.png"/><Relationship Id="rId1" Type="http://schemas.openxmlformats.org/officeDocument/2006/relationships/tags" Target="../tags/tag47.xml"/></Relationships>
</file>

<file path=ppt/slides/_rels/slide7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55.xml"/><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image" Target="../media/image75.png"/><Relationship Id="rId3" Type="http://schemas.openxmlformats.org/officeDocument/2006/relationships/tags" Target="../tags/tag51.xml"/><Relationship Id="rId2" Type="http://schemas.openxmlformats.org/officeDocument/2006/relationships/image" Target="../media/image74.png"/><Relationship Id="rId1" Type="http://schemas.openxmlformats.org/officeDocument/2006/relationships/tags" Target="../tags/tag50.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6.png"/></Relationships>
</file>

<file path=ppt/slides/_rels/slide74.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tags" Target="../tags/tag58.xml"/><Relationship Id="rId4" Type="http://schemas.openxmlformats.org/officeDocument/2006/relationships/image" Target="../media/image78.png"/><Relationship Id="rId3" Type="http://schemas.openxmlformats.org/officeDocument/2006/relationships/tags" Target="../tags/tag57.xml"/><Relationship Id="rId2" Type="http://schemas.openxmlformats.org/officeDocument/2006/relationships/image" Target="../media/image77.png"/><Relationship Id="rId1" Type="http://schemas.openxmlformats.org/officeDocument/2006/relationships/tags" Target="../tags/tag56.xml"/></Relationships>
</file>

<file path=ppt/slides/_rels/slide7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hyperlink" Target="https://github.com/cran-task-views/ctv/" TargetMode="Externa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1.png"/><Relationship Id="rId1" Type="http://schemas.openxmlformats.org/officeDocument/2006/relationships/tags" Target="../tags/tag59.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82.png"/><Relationship Id="rId1" Type="http://schemas.openxmlformats.org/officeDocument/2006/relationships/tags" Target="../tags/tag60.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3.png"/><Relationship Id="rId1" Type="http://schemas.openxmlformats.org/officeDocument/2006/relationships/hyperlink" Target="https://mirrors.tuna.tsinghua.edu.cn/CRAN/" TargetMode="Externa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4.png"/><Relationship Id="rId1" Type="http://schemas.openxmlformats.org/officeDocument/2006/relationships/tags" Target="../tags/tag61.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5.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6.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87.png"/><Relationship Id="rId1" Type="http://schemas.openxmlformats.org/officeDocument/2006/relationships/tags" Target="../tags/tag62.xml"/></Relationships>
</file>

<file path=ppt/slides/_rels/slide83.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90.png"/><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image" Target="../media/image89.png"/><Relationship Id="rId3" Type="http://schemas.openxmlformats.org/officeDocument/2006/relationships/tags" Target="../tags/tag64.xml"/><Relationship Id="rId2" Type="http://schemas.openxmlformats.org/officeDocument/2006/relationships/image" Target="../media/image88.png"/><Relationship Id="rId1" Type="http://schemas.openxmlformats.org/officeDocument/2006/relationships/tags" Target="../tags/tag63.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9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2.png"/><Relationship Id="rId1" Type="http://schemas.openxmlformats.org/officeDocument/2006/relationships/tags" Target="../tags/tag67.xml"/></Relationships>
</file>

<file path=ppt/slides/_rels/slide87.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image" Target="../media/image94.png"/><Relationship Id="rId5" Type="http://schemas.openxmlformats.org/officeDocument/2006/relationships/tags" Target="../tags/tag70.xml"/><Relationship Id="rId4" Type="http://schemas.openxmlformats.org/officeDocument/2006/relationships/image" Target="../media/image93.png"/><Relationship Id="rId3" Type="http://schemas.openxmlformats.org/officeDocument/2006/relationships/tags" Target="../tags/tag69.xml"/><Relationship Id="rId2" Type="http://schemas.openxmlformats.org/officeDocument/2006/relationships/hyperlink" Target="https://mirrors.tuna.tsinghua.edu.cn/CRAN/" TargetMode="External"/><Relationship Id="rId1" Type="http://schemas.openxmlformats.org/officeDocument/2006/relationships/tags" Target="../tags/tag68.xml"/></Relationships>
</file>

<file path=ppt/slides/_rels/slide88.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image" Target="../media/image96.png"/><Relationship Id="rId5" Type="http://schemas.openxmlformats.org/officeDocument/2006/relationships/tags" Target="../tags/tag75.xml"/><Relationship Id="rId4" Type="http://schemas.openxmlformats.org/officeDocument/2006/relationships/image" Target="../media/image95.png"/><Relationship Id="rId3" Type="http://schemas.openxmlformats.org/officeDocument/2006/relationships/tags" Target="../tags/tag74.xml"/><Relationship Id="rId2" Type="http://schemas.openxmlformats.org/officeDocument/2006/relationships/hyperlink" Target="https://mirrors.tuna.tsinghua.edu.cn/CRAN/" TargetMode="External"/><Relationship Id="rId1" Type="http://schemas.openxmlformats.org/officeDocument/2006/relationships/tags" Target="../tags/tag73.xml"/></Relationships>
</file>

<file path=ppt/slides/_rels/slide89.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image" Target="../media/image97.png"/><Relationship Id="rId3" Type="http://schemas.openxmlformats.org/officeDocument/2006/relationships/tags" Target="../tags/tag77.xml"/><Relationship Id="rId2" Type="http://schemas.openxmlformats.org/officeDocument/2006/relationships/hyperlink" Target="https://mirrors.tuna.tsinghua.edu.cn/CRAN/" TargetMode="External"/><Relationship Id="rId1" Type="http://schemas.openxmlformats.org/officeDocument/2006/relationships/tags" Target="../tags/tag76.xml"/></Relationships>
</file>

<file path=ppt/slides/_rels/slide90.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image" Target="../media/image98.png"/><Relationship Id="rId3" Type="http://schemas.openxmlformats.org/officeDocument/2006/relationships/tags" Target="../tags/tag79.xml"/><Relationship Id="rId2" Type="http://schemas.openxmlformats.org/officeDocument/2006/relationships/hyperlink" Target="https://mirrors.tuna.tsinghua.edu.cn/CRAN/" TargetMode="External"/><Relationship Id="rId1" Type="http://schemas.openxmlformats.org/officeDocument/2006/relationships/tags" Target="../tags/tag78.xml"/></Relationships>
</file>

<file path=ppt/slides/_rels/slide91.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image" Target="../media/image99.png"/><Relationship Id="rId3" Type="http://schemas.openxmlformats.org/officeDocument/2006/relationships/tags" Target="../tags/tag81.xml"/><Relationship Id="rId2" Type="http://schemas.openxmlformats.org/officeDocument/2006/relationships/hyperlink" Target="https://mirrors.tuna.tsinghua.edu.cn/CRAN/" TargetMode="External"/><Relationship Id="rId1" Type="http://schemas.openxmlformats.org/officeDocument/2006/relationships/tags" Target="../tags/tag80.xml"/></Relationships>
</file>

<file path=ppt/slides/_rels/slide92.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image" Target="../media/image101.png"/><Relationship Id="rId5" Type="http://schemas.openxmlformats.org/officeDocument/2006/relationships/tags" Target="../tags/tag84.xml"/><Relationship Id="rId4" Type="http://schemas.openxmlformats.org/officeDocument/2006/relationships/image" Target="../media/image100.png"/><Relationship Id="rId3" Type="http://schemas.openxmlformats.org/officeDocument/2006/relationships/tags" Target="../tags/tag83.xml"/><Relationship Id="rId2" Type="http://schemas.openxmlformats.org/officeDocument/2006/relationships/hyperlink" Target="https://mirrors.tuna.tsinghua.edu.cn/CRAN/" TargetMode="External"/><Relationship Id="rId1" Type="http://schemas.openxmlformats.org/officeDocument/2006/relationships/tags" Target="../tags/tag82.xml"/></Relationships>
</file>

<file path=ppt/slides/_rels/slide93.xml.rels><?xml version="1.0" encoding="UTF-8" standalone="yes"?>
<Relationships xmlns="http://schemas.openxmlformats.org/package/2006/relationships"><Relationship Id="rId7" Type="http://schemas.openxmlformats.org/officeDocument/2006/relationships/slideLayout" Target="../slideLayouts/slideLayout14.xml"/><Relationship Id="rId6" Type="http://schemas.openxmlformats.org/officeDocument/2006/relationships/image" Target="../media/image103.png"/><Relationship Id="rId5" Type="http://schemas.openxmlformats.org/officeDocument/2006/relationships/tags" Target="../tags/tag87.xml"/><Relationship Id="rId4" Type="http://schemas.openxmlformats.org/officeDocument/2006/relationships/image" Target="../media/image102.png"/><Relationship Id="rId3" Type="http://schemas.openxmlformats.org/officeDocument/2006/relationships/tags" Target="../tags/tag86.xml"/><Relationship Id="rId2" Type="http://schemas.openxmlformats.org/officeDocument/2006/relationships/hyperlink" Target="https://mirrors.tuna.tsinghua.edu.cn/CRAN/" TargetMode="External"/><Relationship Id="rId1" Type="http://schemas.openxmlformats.org/officeDocument/2006/relationships/tags" Target="../tags/tag85.xml"/></Relationships>
</file>

<file path=ppt/slides/_rels/slide94.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image" Target="../media/image106.png"/><Relationship Id="rId7" Type="http://schemas.openxmlformats.org/officeDocument/2006/relationships/tags" Target="../tags/tag91.xml"/><Relationship Id="rId6" Type="http://schemas.openxmlformats.org/officeDocument/2006/relationships/image" Target="../media/image105.png"/><Relationship Id="rId5" Type="http://schemas.openxmlformats.org/officeDocument/2006/relationships/tags" Target="../tags/tag90.xml"/><Relationship Id="rId4" Type="http://schemas.openxmlformats.org/officeDocument/2006/relationships/image" Target="../media/image104.png"/><Relationship Id="rId3" Type="http://schemas.openxmlformats.org/officeDocument/2006/relationships/tags" Target="../tags/tag89.xml"/><Relationship Id="rId2" Type="http://schemas.openxmlformats.org/officeDocument/2006/relationships/hyperlink" Target="https://mirrors.tuna.tsinghua.edu.cn/CRAN/" TargetMode="External"/><Relationship Id="rId1" Type="http://schemas.openxmlformats.org/officeDocument/2006/relationships/tags" Target="../tags/tag8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1175657" y="868362"/>
            <a:ext cx="9742713" cy="2387600"/>
          </a:xfrm>
          <a:prstGeom prst="rect">
            <a:avLst/>
          </a:prstGeom>
        </p:spPr>
        <p:txBody>
          <a:bodyPr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kumimoji="1" lang="en-US" altLang="zh-CN" dirty="0">
                <a:latin typeface="Times New Roman" panose="02020503050405090304" pitchFamily="18" charset="0"/>
                <a:cs typeface="Times New Roman" panose="02020503050405090304" pitchFamily="18" charset="0"/>
              </a:rPr>
              <a:t>R for Psychological Research:</a:t>
            </a:r>
            <a:br>
              <a:rPr kumimoji="1" lang="en-US" altLang="zh-CN" dirty="0">
                <a:latin typeface="Times New Roman" panose="02020503050405090304" pitchFamily="18" charset="0"/>
                <a:cs typeface="Times New Roman" panose="02020503050405090304" pitchFamily="18" charset="0"/>
              </a:rPr>
            </a:br>
            <a:r>
              <a:rPr kumimoji="1" lang="en-US" altLang="zh-CN" sz="3600" dirty="0">
                <a:latin typeface="Times New Roman" panose="02020503050405090304" pitchFamily="18" charset="0"/>
                <a:cs typeface="Times New Roman" panose="02020503050405090304" pitchFamily="18" charset="0"/>
              </a:rPr>
              <a:t>From Data Analysis to Publishing</a:t>
            </a:r>
            <a:endParaRPr kumimoji="1" lang="zh-CN" altLang="en-US" sz="3600" dirty="0">
              <a:latin typeface="Times New Roman" panose="02020503050405090304" pitchFamily="18" charset="0"/>
              <a:cs typeface="Times New Roman" panose="02020503050405090304" pitchFamily="18" charset="0"/>
            </a:endParaRPr>
          </a:p>
        </p:txBody>
      </p:sp>
      <p:sp>
        <p:nvSpPr>
          <p:cNvPr id="7" name="副标题 2"/>
          <p:cNvSpPr>
            <a:spLocks noGrp="1"/>
          </p:cNvSpPr>
          <p:nvPr>
            <p:ph type="subTitle" idx="1"/>
          </p:nvPr>
        </p:nvSpPr>
        <p:spPr>
          <a:xfrm>
            <a:off x="130629" y="3602038"/>
            <a:ext cx="11756571" cy="1655762"/>
          </a:xfrm>
        </p:spPr>
        <p:txBody>
          <a:bodyPr/>
          <a:lstStyle/>
          <a:p>
            <a:r>
              <a:rPr lang="en-GB" altLang="zh-CN" b="1" i="0" dirty="0">
                <a:solidFill>
                  <a:srgbClr val="333333"/>
                </a:solidFill>
                <a:effectLst/>
                <a:latin typeface="Times New Roman" panose="02020503050405090304" pitchFamily="18" charset="0"/>
                <a:ea typeface="宋体" pitchFamily="2" charset="-122"/>
                <a:cs typeface="Times New Roman" panose="02020503050405090304" pitchFamily="18" charset="0"/>
              </a:rPr>
              <a:t>Instructor: </a:t>
            </a:r>
            <a:r>
              <a:rPr lang="zh-CN" altLang="en-US" b="1" i="0" dirty="0">
                <a:solidFill>
                  <a:srgbClr val="333333"/>
                </a:solidFill>
                <a:effectLst/>
                <a:latin typeface="Times New Roman" panose="02020503050405090304" pitchFamily="18" charset="0"/>
                <a:ea typeface="宋体" pitchFamily="2" charset="-122"/>
                <a:cs typeface="Times New Roman" panose="02020503050405090304" pitchFamily="18" charset="0"/>
              </a:rPr>
              <a:t>胡传鹏（博士）</a:t>
            </a:r>
            <a:r>
              <a:rPr lang="en-US" altLang="zh-CN" b="1" i="0" dirty="0">
                <a:solidFill>
                  <a:srgbClr val="333333"/>
                </a:solidFill>
                <a:effectLst/>
                <a:latin typeface="Times New Roman" panose="02020503050405090304" pitchFamily="18" charset="0"/>
                <a:ea typeface="宋体" pitchFamily="2" charset="-122"/>
                <a:cs typeface="Times New Roman" panose="02020503050405090304" pitchFamily="18" charset="0"/>
              </a:rPr>
              <a:t>[</a:t>
            </a:r>
            <a:r>
              <a:rPr lang="en-GB" altLang="zh-CN" b="1" i="0" dirty="0">
                <a:solidFill>
                  <a:srgbClr val="333333"/>
                </a:solidFill>
                <a:effectLst/>
                <a:latin typeface="Times New Roman" panose="02020503050405090304" pitchFamily="18" charset="0"/>
                <a:ea typeface="宋体" pitchFamily="2" charset="-122"/>
                <a:cs typeface="Times New Roman" panose="02020503050405090304" pitchFamily="18" charset="0"/>
              </a:rPr>
              <a:t>Dr. Hu </a:t>
            </a:r>
            <a:r>
              <a:rPr lang="en-GB" altLang="zh-CN" b="1" i="0" dirty="0" err="1">
                <a:solidFill>
                  <a:srgbClr val="333333"/>
                </a:solidFill>
                <a:effectLst/>
                <a:latin typeface="Times New Roman" panose="02020503050405090304" pitchFamily="18" charset="0"/>
                <a:ea typeface="宋体" pitchFamily="2" charset="-122"/>
                <a:cs typeface="Times New Roman" panose="02020503050405090304" pitchFamily="18" charset="0"/>
              </a:rPr>
              <a:t>Chuan</a:t>
            </a:r>
            <a:r>
              <a:rPr lang="en-GB" altLang="zh-CN" b="1" i="0" dirty="0">
                <a:solidFill>
                  <a:srgbClr val="333333"/>
                </a:solidFill>
                <a:effectLst/>
                <a:latin typeface="Times New Roman" panose="02020503050405090304" pitchFamily="18" charset="0"/>
                <a:ea typeface="宋体" pitchFamily="2" charset="-122"/>
                <a:cs typeface="Times New Roman" panose="02020503050405090304" pitchFamily="18" charset="0"/>
              </a:rPr>
              <a:t>-Peng]</a:t>
            </a:r>
            <a:endParaRPr lang="en-GB" altLang="zh-CN" b="1" i="0" dirty="0">
              <a:solidFill>
                <a:srgbClr val="333333"/>
              </a:solidFill>
              <a:effectLst/>
              <a:latin typeface="Times New Roman" panose="02020503050405090304" pitchFamily="18" charset="0"/>
              <a:ea typeface="宋体" pitchFamily="2" charset="-122"/>
              <a:cs typeface="Times New Roman" panose="02020503050405090304" pitchFamily="18" charset="0"/>
            </a:endParaRPr>
          </a:p>
          <a:p>
            <a:r>
              <a:rPr lang="zh-CN" altLang="en-US" b="1" i="0" dirty="0">
                <a:solidFill>
                  <a:srgbClr val="333333"/>
                </a:solidFill>
                <a:effectLst/>
                <a:latin typeface="Times New Roman" panose="02020503050405090304" pitchFamily="18" charset="0"/>
                <a:ea typeface="宋体" pitchFamily="2" charset="-122"/>
                <a:cs typeface="Times New Roman" panose="02020503050405090304" pitchFamily="18" charset="0"/>
              </a:rPr>
              <a:t>南京师范大学心理学院</a:t>
            </a:r>
            <a:r>
              <a:rPr lang="en-US" altLang="zh-CN" b="1" i="0" dirty="0">
                <a:solidFill>
                  <a:srgbClr val="333333"/>
                </a:solidFill>
                <a:effectLst/>
                <a:latin typeface="Times New Roman" panose="02020503050405090304" pitchFamily="18" charset="0"/>
                <a:ea typeface="宋体" pitchFamily="2" charset="-122"/>
                <a:cs typeface="Times New Roman" panose="02020503050405090304" pitchFamily="18" charset="0"/>
              </a:rPr>
              <a:t>[</a:t>
            </a:r>
            <a:r>
              <a:rPr lang="en-GB" altLang="zh-CN" b="1" i="0" dirty="0">
                <a:solidFill>
                  <a:srgbClr val="333333"/>
                </a:solidFill>
                <a:effectLst/>
                <a:latin typeface="Times New Roman" panose="02020503050405090304" pitchFamily="18" charset="0"/>
                <a:ea typeface="宋体" pitchFamily="2" charset="-122"/>
                <a:cs typeface="Times New Roman" panose="02020503050405090304" pitchFamily="18" charset="0"/>
              </a:rPr>
              <a:t>School of Psychology, Nanjing Normal University]</a:t>
            </a:r>
            <a:endParaRPr lang="en-GB" altLang="zh-CN" b="1" i="0" dirty="0">
              <a:solidFill>
                <a:srgbClr val="333333"/>
              </a:solidFill>
              <a:effectLst/>
              <a:latin typeface="Times New Roman" panose="02020503050405090304" pitchFamily="18" charset="0"/>
              <a:ea typeface="宋体" pitchFamily="2" charset="-122"/>
              <a:cs typeface="Times New Roman" panose="02020503050405090304" pitchFamily="18" charset="0"/>
            </a:endParaRPr>
          </a:p>
          <a:p>
            <a:endParaRPr kumimoji="1" lang="zh-CN" altLang="en-US" dirty="0">
              <a:ea typeface="宋体"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20040" y="3540885"/>
            <a:ext cx="5394960" cy="769441"/>
          </a:xfrm>
          <a:prstGeom prst="rect">
            <a:avLst/>
          </a:prstGeom>
          <a:noFill/>
        </p:spPr>
        <p:txBody>
          <a:bodyPr wrap="square" rtlCol="0">
            <a:spAutoFit/>
          </a:bodyPr>
          <a:lstStyle/>
          <a:p>
            <a:pPr algn="ctr"/>
            <a:endParaRPr lang="zh-CN" altLang="en-US" sz="4400" b="1" dirty="0">
              <a:latin typeface="黑体" panose="02010609060101010101" pitchFamily="49" charset="-122"/>
              <a:ea typeface="黑体" panose="02010609060101010101" pitchFamily="49" charset="-122"/>
            </a:endParaRPr>
          </a:p>
        </p:txBody>
      </p:sp>
      <p:sp>
        <p:nvSpPr>
          <p:cNvPr id="5" name="标题 4"/>
          <p:cNvSpPr>
            <a:spLocks noGrp="1"/>
          </p:cNvSpPr>
          <p:nvPr>
            <p:ph type="ctrTitle"/>
          </p:nvPr>
        </p:nvSpPr>
        <p:spPr>
          <a:xfrm>
            <a:off x="1209560" y="2658226"/>
            <a:ext cx="9144000" cy="1077686"/>
          </a:xfrm>
        </p:spPr>
        <p:txBody>
          <a:bodyPr/>
          <a:lstStyle/>
          <a:p>
            <a:r>
              <a:rPr lang="zh-CN" altLang="en-US" dirty="0">
                <a:latin typeface="Times New Roman" panose="02020503050405090304" pitchFamily="18" charset="0"/>
                <a:ea typeface="楷体" panose="02010609060101010101" pitchFamily="49" charset="-122"/>
              </a:rPr>
              <a:t>第二讲 开始使用</a:t>
            </a:r>
            <a:r>
              <a:rPr lang="en-US" altLang="zh-CN" i="1" dirty="0">
                <a:latin typeface="Times New Roman" panose="02020503050405090304" pitchFamily="18" charset="0"/>
                <a:ea typeface="楷体" panose="02010609060101010101" pitchFamily="49" charset="-122"/>
              </a:rPr>
              <a:t>R</a:t>
            </a:r>
            <a:endParaRPr lang="zh-CN" altLang="en-US" i="1" dirty="0">
              <a:latin typeface="Times New Roman" panose="02020503050405090304" pitchFamily="18" charset="0"/>
              <a:ea typeface="楷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2325"/>
            <a:ext cx="10515600" cy="1325563"/>
          </a:xfrm>
        </p:spPr>
        <p:txBody>
          <a:bodyPr/>
          <a:lstStyle/>
          <a:p>
            <a:r>
              <a:rPr lang="en-US" b="1" dirty="0">
                <a:latin typeface="华文楷体" panose="02010600040101010101" pitchFamily="2" charset="-122"/>
                <a:ea typeface="华文楷体" panose="02010600040101010101" pitchFamily="2" charset="-122"/>
              </a:rPr>
              <a:t>1 数据分析的出发点</a:t>
            </a:r>
            <a:r>
              <a:rPr lang="zh-CN" altLang="en-US" b="1" dirty="0">
                <a:latin typeface="华文楷体" panose="02010600040101010101" pitchFamily="2" charset="-122"/>
                <a:ea typeface="华文楷体" panose="02010600040101010101" pitchFamily="2" charset="-122"/>
              </a:rPr>
              <a:t>：问题</a:t>
            </a:r>
            <a:endParaRPr lang="en-US" b="1" dirty="0">
              <a:latin typeface="华文楷体" panose="02010600040101010101" pitchFamily="2" charset="-122"/>
              <a:ea typeface="华文楷体" panose="02010600040101010101" pitchFamily="2" charset="-122"/>
            </a:endParaRPr>
          </a:p>
        </p:txBody>
      </p:sp>
      <p:sp>
        <p:nvSpPr>
          <p:cNvPr id="3" name="Content Placeholder 2"/>
          <p:cNvSpPr>
            <a:spLocks noGrp="1"/>
          </p:cNvSpPr>
          <p:nvPr>
            <p:ph idx="1"/>
          </p:nvPr>
        </p:nvSpPr>
        <p:spPr/>
        <p:txBody>
          <a:bodyPr/>
          <a:lstStyle/>
          <a:p>
            <a:r>
              <a:rPr lang="en-US" dirty="0"/>
              <a:t>研究问题</a:t>
            </a:r>
            <a:endParaRPr lang="en-US" dirty="0"/>
          </a:p>
          <a:p>
            <a:r>
              <a:rPr lang="en-US" dirty="0"/>
              <a:t>实践问题</a:t>
            </a:r>
            <a:endParaRPr lang="en-US" dirty="0"/>
          </a:p>
          <a:p>
            <a:r>
              <a:rPr lang="en-US" dirty="0"/>
              <a:t>辅助决策</a:t>
            </a:r>
            <a:endParaRPr lang="en-US" dirty="0"/>
          </a:p>
          <a:p>
            <a:r>
              <a:rPr lang="en-US" dirty="0"/>
              <a:t>…</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graphicFrame>
        <p:nvGraphicFramePr>
          <p:cNvPr id="4" name="Content Placeholder 3"/>
          <p:cNvGraphicFramePr>
            <a:graphicFrameLocks noGrp="1"/>
          </p:cNvGraphicFramePr>
          <p:nvPr>
            <p:ph idx="1"/>
          </p:nvPr>
        </p:nvGraphicFramePr>
        <p:xfrm>
          <a:off x="838200" y="1174316"/>
          <a:ext cx="10515600" cy="499654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TextBox 4"/>
          <p:cNvSpPr txBox="1"/>
          <p:nvPr/>
        </p:nvSpPr>
        <p:spPr>
          <a:xfrm>
            <a:off x="6862128" y="1733613"/>
            <a:ext cx="1872629" cy="369332"/>
          </a:xfrm>
          <a:prstGeom prst="rect">
            <a:avLst/>
          </a:prstGeom>
          <a:noFill/>
          <a:ln>
            <a:solidFill>
              <a:schemeClr val="bg1">
                <a:lumMod val="50000"/>
              </a:schemeClr>
            </a:solidFill>
          </a:ln>
        </p:spPr>
        <p:txBody>
          <a:bodyPr wrap="none" rtlCol="0">
            <a:spAutoFit/>
          </a:bodyPr>
          <a:lstStyle/>
          <a:p>
            <a:r>
              <a:rPr lang="en-US" dirty="0">
                <a:latin typeface="STKaiti" panose="02010600040101010101" pitchFamily="2" charset="-122"/>
                <a:ea typeface="STKaiti" panose="02010600040101010101" pitchFamily="2" charset="-122"/>
              </a:rPr>
              <a:t>-理解和定义问题</a:t>
            </a:r>
            <a:endParaRPr lang="en-US" dirty="0">
              <a:latin typeface="STKaiti" panose="02010600040101010101" pitchFamily="2" charset="-122"/>
              <a:ea typeface="STKaiti" panose="02010600040101010101" pitchFamily="2" charset="-122"/>
            </a:endParaRPr>
          </a:p>
        </p:txBody>
      </p:sp>
      <p:sp>
        <p:nvSpPr>
          <p:cNvPr id="6" name="TextBox 5"/>
          <p:cNvSpPr txBox="1"/>
          <p:nvPr/>
        </p:nvSpPr>
        <p:spPr>
          <a:xfrm>
            <a:off x="8697686" y="2766173"/>
            <a:ext cx="1699504" cy="923330"/>
          </a:xfrm>
          <a:prstGeom prst="rect">
            <a:avLst/>
          </a:prstGeom>
          <a:noFill/>
          <a:ln>
            <a:solidFill>
              <a:schemeClr val="bg1">
                <a:lumMod val="50000"/>
              </a:schemeClr>
            </a:solidFill>
          </a:ln>
        </p:spPr>
        <p:txBody>
          <a:bodyPr wrap="none" rtlCol="0">
            <a:spAutoFit/>
          </a:bodyPr>
          <a:lstStyle/>
          <a:p>
            <a:r>
              <a:rPr lang="en-US" dirty="0">
                <a:latin typeface="STKaiti" panose="02010600040101010101" pitchFamily="2" charset="-122"/>
                <a:ea typeface="STKaiti" panose="02010600040101010101" pitchFamily="2" charset="-122"/>
              </a:rPr>
              <a:t>- 研究设计</a:t>
            </a:r>
            <a:endParaRPr lang="en-US" dirty="0">
              <a:latin typeface="STKaiti" panose="02010600040101010101" pitchFamily="2" charset="-122"/>
              <a:ea typeface="STKaiti" panose="02010600040101010101" pitchFamily="2" charset="-122"/>
            </a:endParaRPr>
          </a:p>
          <a:p>
            <a:r>
              <a:rPr lang="en-US" dirty="0">
                <a:latin typeface="STKaiti" panose="02010600040101010101" pitchFamily="2" charset="-122"/>
                <a:ea typeface="STKaiti" panose="02010600040101010101" pitchFamily="2" charset="-122"/>
              </a:rPr>
              <a:t>- 变量</a:t>
            </a:r>
            <a:endParaRPr lang="en-US" dirty="0">
              <a:latin typeface="STKaiti" panose="02010600040101010101" pitchFamily="2" charset="-122"/>
              <a:ea typeface="STKaiti" panose="02010600040101010101" pitchFamily="2" charset="-122"/>
            </a:endParaRPr>
          </a:p>
          <a:p>
            <a:r>
              <a:rPr lang="en-US" dirty="0">
                <a:latin typeface="STKaiti" panose="02010600040101010101" pitchFamily="2" charset="-122"/>
                <a:ea typeface="STKaiti" panose="02010600040101010101" pitchFamily="2" charset="-122"/>
              </a:rPr>
              <a:t>- 如何收集数据</a:t>
            </a:r>
            <a:endParaRPr lang="en-US" dirty="0">
              <a:latin typeface="STKaiti" panose="02010600040101010101" pitchFamily="2" charset="-122"/>
              <a:ea typeface="STKaiti" panose="02010600040101010101" pitchFamily="2" charset="-122"/>
            </a:endParaRPr>
          </a:p>
        </p:txBody>
      </p:sp>
      <p:sp>
        <p:nvSpPr>
          <p:cNvPr id="7" name="TextBox 6"/>
          <p:cNvSpPr txBox="1"/>
          <p:nvPr/>
        </p:nvSpPr>
        <p:spPr>
          <a:xfrm>
            <a:off x="7996160" y="4946350"/>
            <a:ext cx="776175" cy="923330"/>
          </a:xfrm>
          <a:prstGeom prst="rect">
            <a:avLst/>
          </a:prstGeom>
          <a:noFill/>
          <a:ln>
            <a:solidFill>
              <a:schemeClr val="bg1">
                <a:lumMod val="50000"/>
              </a:schemeClr>
            </a:solidFill>
          </a:ln>
        </p:spPr>
        <p:txBody>
          <a:bodyPr wrap="none" rtlCol="0">
            <a:spAutoFit/>
          </a:bodyPr>
          <a:lstStyle/>
          <a:p>
            <a:r>
              <a:rPr lang="en-US" dirty="0">
                <a:latin typeface="STKaiti" panose="02010600040101010101" pitchFamily="2" charset="-122"/>
                <a:ea typeface="STKaiti" panose="02010600040101010101" pitchFamily="2" charset="-122"/>
              </a:rPr>
              <a:t>- 收集</a:t>
            </a:r>
            <a:endParaRPr lang="en-US" dirty="0">
              <a:latin typeface="STKaiti" panose="02010600040101010101" pitchFamily="2" charset="-122"/>
              <a:ea typeface="STKaiti" panose="02010600040101010101" pitchFamily="2" charset="-122"/>
            </a:endParaRPr>
          </a:p>
          <a:p>
            <a:r>
              <a:rPr lang="en-US" dirty="0">
                <a:latin typeface="STKaiti" panose="02010600040101010101" pitchFamily="2" charset="-122"/>
                <a:ea typeface="STKaiti" panose="02010600040101010101" pitchFamily="2" charset="-122"/>
              </a:rPr>
              <a:t>- 管理</a:t>
            </a:r>
            <a:endParaRPr lang="en-US" dirty="0">
              <a:latin typeface="STKaiti" panose="02010600040101010101" pitchFamily="2" charset="-122"/>
              <a:ea typeface="STKaiti" panose="02010600040101010101" pitchFamily="2" charset="-122"/>
            </a:endParaRPr>
          </a:p>
          <a:p>
            <a:r>
              <a:rPr lang="en-US" dirty="0">
                <a:latin typeface="STKaiti" panose="02010600040101010101" pitchFamily="2" charset="-122"/>
                <a:ea typeface="STKaiti" panose="02010600040101010101" pitchFamily="2" charset="-122"/>
              </a:rPr>
              <a:t>- 清理</a:t>
            </a:r>
            <a:endParaRPr lang="en-US" dirty="0">
              <a:latin typeface="STKaiti" panose="02010600040101010101" pitchFamily="2" charset="-122"/>
              <a:ea typeface="STKaiti" panose="02010600040101010101" pitchFamily="2" charset="-122"/>
            </a:endParaRPr>
          </a:p>
        </p:txBody>
      </p:sp>
      <p:sp>
        <p:nvSpPr>
          <p:cNvPr id="8" name="TextBox 7"/>
          <p:cNvSpPr txBox="1"/>
          <p:nvPr/>
        </p:nvSpPr>
        <p:spPr>
          <a:xfrm>
            <a:off x="2025643" y="2794501"/>
            <a:ext cx="1468672" cy="923330"/>
          </a:xfrm>
          <a:prstGeom prst="rect">
            <a:avLst/>
          </a:prstGeom>
          <a:noFill/>
          <a:ln>
            <a:solidFill>
              <a:schemeClr val="bg1">
                <a:lumMod val="50000"/>
              </a:schemeClr>
            </a:solidFill>
          </a:ln>
        </p:spPr>
        <p:txBody>
          <a:bodyPr vert="horz" wrap="none" rtlCol="0">
            <a:spAutoFit/>
          </a:bodyPr>
          <a:lstStyle/>
          <a:p>
            <a:pPr algn="r"/>
            <a:r>
              <a:rPr lang="en-US" dirty="0">
                <a:latin typeface="STKaiti" panose="02010600040101010101" pitchFamily="2" charset="-122"/>
                <a:ea typeface="STKaiti" panose="02010600040101010101" pitchFamily="2" charset="-122"/>
              </a:rPr>
              <a:t>解读结果 -</a:t>
            </a:r>
            <a:endParaRPr lang="en-US" dirty="0">
              <a:latin typeface="STKaiti" panose="02010600040101010101" pitchFamily="2" charset="-122"/>
              <a:ea typeface="STKaiti" panose="02010600040101010101" pitchFamily="2" charset="-122"/>
            </a:endParaRPr>
          </a:p>
          <a:p>
            <a:pPr algn="r"/>
            <a:r>
              <a:rPr lang="en-US" dirty="0">
                <a:latin typeface="STKaiti" panose="02010600040101010101" pitchFamily="2" charset="-122"/>
                <a:ea typeface="STKaiti" panose="02010600040101010101" pitchFamily="2" charset="-122"/>
              </a:rPr>
              <a:t>产生新想法 -</a:t>
            </a:r>
            <a:endParaRPr lang="en-US" dirty="0">
              <a:latin typeface="STKaiti" panose="02010600040101010101" pitchFamily="2" charset="-122"/>
              <a:ea typeface="STKaiti" panose="02010600040101010101" pitchFamily="2" charset="-122"/>
            </a:endParaRPr>
          </a:p>
          <a:p>
            <a:pPr algn="r"/>
            <a:r>
              <a:rPr lang="en-US" dirty="0">
                <a:latin typeface="STKaiti" panose="02010600040101010101" pitchFamily="2" charset="-122"/>
                <a:ea typeface="STKaiti" panose="02010600040101010101" pitchFamily="2" charset="-122"/>
              </a:rPr>
              <a:t>与他人交流 -</a:t>
            </a:r>
            <a:endParaRPr lang="en-US" dirty="0">
              <a:latin typeface="STKaiti" panose="02010600040101010101" pitchFamily="2" charset="-122"/>
              <a:ea typeface="STKaiti" panose="02010600040101010101" pitchFamily="2" charset="-122"/>
            </a:endParaRPr>
          </a:p>
        </p:txBody>
      </p:sp>
      <p:sp>
        <p:nvSpPr>
          <p:cNvPr id="10" name="矩形 7"/>
          <p:cNvSpPr/>
          <p:nvPr/>
        </p:nvSpPr>
        <p:spPr>
          <a:xfrm>
            <a:off x="0" y="6488668"/>
            <a:ext cx="6001386" cy="369332"/>
          </a:xfrm>
          <a:prstGeom prst="rect">
            <a:avLst/>
          </a:prstGeom>
        </p:spPr>
        <p:txBody>
          <a:bodyPr wrap="none">
            <a:spAutoFit/>
          </a:bodyPr>
          <a:lstStyle/>
          <a:p>
            <a:r>
              <a:rPr kumimoji="1" lang="en-US" altLang="zh-CN" b="1" dirty="0"/>
              <a:t>Spiegelhalter</a:t>
            </a:r>
            <a:r>
              <a:rPr kumimoji="1" lang="zh-CN" altLang="en-US" b="1" dirty="0"/>
              <a:t> </a:t>
            </a:r>
            <a:r>
              <a:rPr kumimoji="1" lang="en-US" altLang="zh-CN" b="1" dirty="0"/>
              <a:t>(2019) The Art of Statistics: Learning from Data</a:t>
            </a:r>
            <a:endParaRPr lang="zh-TW" altLang="en-US"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我们的问题是？</a:t>
            </a:r>
            <a:endParaRPr lang="zh-CN" altLang="en-US" sz="3600" dirty="0">
              <a:latin typeface="华文楷体" panose="02010600040101010101" pitchFamily="2" charset="-122"/>
              <a:ea typeface="华文楷体" panose="02010600040101010101" pitchFamily="2" charset="-122"/>
            </a:endParaRPr>
          </a:p>
        </p:txBody>
      </p:sp>
      <p:sp>
        <p:nvSpPr>
          <p:cNvPr id="5" name="Content Placeholder 4"/>
          <p:cNvSpPr>
            <a:spLocks noGrp="1"/>
          </p:cNvSpPr>
          <p:nvPr>
            <p:ph idx="1"/>
          </p:nvPr>
        </p:nvSpPr>
        <p:spPr/>
        <p:txBody>
          <a:bodyPr/>
          <a:lstStyle/>
          <a:p>
            <a:endParaRPr lang="en-US"/>
          </a:p>
        </p:txBody>
      </p:sp>
      <p:pic>
        <p:nvPicPr>
          <p:cNvPr id="1026" name="Picture 2" descr="Nature、Cell级别！提升论文逼格，这款软萌的科研绘图神器必不可少！ - 知乎"/>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19400" y="1565275"/>
            <a:ext cx="6553200" cy="4927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我们的问题是？</a:t>
            </a:r>
            <a:endParaRPr lang="zh-CN" altLang="en-US" sz="3600" dirty="0">
              <a:latin typeface="华文楷体" panose="02010600040101010101" pitchFamily="2" charset="-122"/>
              <a:ea typeface="华文楷体" panose="02010600040101010101" pitchFamily="2" charset="-122"/>
            </a:endParaRPr>
          </a:p>
        </p:txBody>
      </p:sp>
      <p:sp>
        <p:nvSpPr>
          <p:cNvPr id="5" name="Content Placeholder 4"/>
          <p:cNvSpPr>
            <a:spLocks noGrp="1"/>
          </p:cNvSpPr>
          <p:nvPr>
            <p:ph idx="1"/>
          </p:nvPr>
        </p:nvSpPr>
        <p:spPr/>
        <p:txBody>
          <a:bodyPr/>
          <a:lstStyle/>
          <a:p>
            <a:endParaRPr lang="en-US"/>
          </a:p>
        </p:txBody>
      </p:sp>
      <p:pic>
        <p:nvPicPr>
          <p:cNvPr id="1026" name="Picture 2" descr="Nature、Cell级别！提升论文逼格，这款软萌的科研绘图神器必不可少！ - 知乎"/>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38200" y="2176441"/>
            <a:ext cx="4853731" cy="364970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今天我们都是王大锤-芒果T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7863" y="2439193"/>
            <a:ext cx="5588000" cy="3124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1.1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本课程中拟解决</a:t>
            </a:r>
            <a:r>
              <a:rPr lang="zh-CN" altLang="en-US" sz="3600" dirty="0">
                <a:latin typeface="华文楷体" panose="02010600040101010101" pitchFamily="2" charset="-122"/>
                <a:ea typeface="华文楷体" panose="02010600040101010101" pitchFamily="2" charset="-122"/>
              </a:rPr>
              <a:t>的数据分析问题</a:t>
            </a:r>
            <a:endParaRPr lang="zh-CN" altLang="en-US" sz="3600" dirty="0">
              <a:latin typeface="华文楷体" panose="02010600040101010101" pitchFamily="2" charset="-122"/>
              <a:ea typeface="华文楷体" panose="02010600040101010101" pitchFamily="2" charset="-122"/>
            </a:endParaRPr>
          </a:p>
        </p:txBody>
      </p:sp>
      <p:sp>
        <p:nvSpPr>
          <p:cNvPr id="6" name="内容占位符 5"/>
          <p:cNvSpPr>
            <a:spLocks noGrp="1"/>
          </p:cNvSpPr>
          <p:nvPr>
            <p:ph idx="1"/>
          </p:nvPr>
        </p:nvSpPr>
        <p:spPr/>
        <p:txBody>
          <a:bodyPr/>
          <a:lstStyle/>
          <a:p>
            <a:r>
              <a:rPr lang="zh-CN" altLang="en-US" dirty="0"/>
              <a:t>真实的心理学研究中可能碰到的问题：</a:t>
            </a:r>
            <a:endParaRPr lang="en-US" altLang="zh-CN" dirty="0"/>
          </a:p>
          <a:p>
            <a:endParaRPr lang="en-US" altLang="zh-CN" dirty="0"/>
          </a:p>
          <a:p>
            <a:pPr lvl="1"/>
            <a:r>
              <a:rPr lang="zh-CN" altLang="en-US" dirty="0"/>
              <a:t>基本问卷与测量的观测数据；</a:t>
            </a:r>
            <a:endParaRPr lang="en-US" altLang="zh-CN" dirty="0"/>
          </a:p>
          <a:p>
            <a:pPr lvl="1"/>
            <a:endParaRPr lang="en-US" altLang="zh-CN" dirty="0"/>
          </a:p>
          <a:p>
            <a:pPr lvl="1"/>
            <a:r>
              <a:rPr lang="zh-CN" altLang="en-US" dirty="0"/>
              <a:t>基于认知实验的行为反应数据；</a:t>
            </a:r>
            <a:endParaRPr lang="en-US" altLang="zh-CN" dirty="0"/>
          </a:p>
          <a:p>
            <a:pPr marL="0" indent="0">
              <a:buNone/>
            </a:pP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1.1</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本课程中拟解决</a:t>
            </a:r>
            <a:r>
              <a:rPr lang="zh-CN" altLang="en-US" sz="3600" dirty="0">
                <a:latin typeface="华文楷体" panose="02010600040101010101" pitchFamily="2" charset="-122"/>
                <a:ea typeface="华文楷体" panose="02010600040101010101" pitchFamily="2" charset="-122"/>
              </a:rPr>
              <a:t>的数据分析问题</a:t>
            </a:r>
            <a:endParaRPr lang="zh-CN" altLang="en-US" sz="3600" dirty="0">
              <a:latin typeface="华文楷体" panose="02010600040101010101" pitchFamily="2" charset="-122"/>
              <a:ea typeface="华文楷体" panose="02010600040101010101" pitchFamily="2" charset="-122"/>
            </a:endParaRPr>
          </a:p>
        </p:txBody>
      </p:sp>
      <p:sp>
        <p:nvSpPr>
          <p:cNvPr id="6" name="内容占位符 5"/>
          <p:cNvSpPr>
            <a:spLocks noGrp="1"/>
          </p:cNvSpPr>
          <p:nvPr>
            <p:ph idx="1"/>
          </p:nvPr>
        </p:nvSpPr>
        <p:spPr/>
        <p:txBody>
          <a:bodyPr/>
          <a:lstStyle/>
          <a:p>
            <a:pPr marL="0" indent="0">
              <a:buNone/>
            </a:pPr>
            <a:r>
              <a:rPr lang="zh-CN" altLang="en-US" dirty="0"/>
              <a:t>问题一</a:t>
            </a:r>
            <a:endParaRPr lang="en-US" altLang="zh-CN" dirty="0"/>
          </a:p>
          <a:p>
            <a:pPr marL="0" indent="0">
              <a:buNone/>
            </a:pPr>
            <a:endParaRPr lang="zh-CN" altLang="en-US" dirty="0"/>
          </a:p>
        </p:txBody>
      </p:sp>
      <p:pic>
        <p:nvPicPr>
          <p:cNvPr id="10" name="图片 9"/>
          <p:cNvPicPr>
            <a:picLocks noChangeAspect="1"/>
          </p:cNvPicPr>
          <p:nvPr/>
        </p:nvPicPr>
        <p:blipFill rotWithShape="1">
          <a:blip r:embed="rId1"/>
          <a:srcRect l="3327" t="13931" r="4843" b="4642"/>
          <a:stretch>
            <a:fillRect/>
          </a:stretch>
        </p:blipFill>
        <p:spPr>
          <a:xfrm>
            <a:off x="2307773" y="1825625"/>
            <a:ext cx="8760824" cy="1314994"/>
          </a:xfrm>
          <a:prstGeom prst="rect">
            <a:avLst/>
          </a:prstGeom>
        </p:spPr>
      </p:pic>
      <p:sp>
        <p:nvSpPr>
          <p:cNvPr id="13" name="文本框 12"/>
          <p:cNvSpPr txBox="1"/>
          <p:nvPr/>
        </p:nvSpPr>
        <p:spPr>
          <a:xfrm>
            <a:off x="2307773" y="3151189"/>
            <a:ext cx="9046027" cy="2585323"/>
          </a:xfrm>
          <a:prstGeom prst="rect">
            <a:avLst/>
          </a:prstGeom>
          <a:noFill/>
        </p:spPr>
        <p:txBody>
          <a:bodyPr wrap="square" rtlCol="0">
            <a:spAutoFit/>
          </a:bodyPr>
          <a:lstStyle/>
          <a:p>
            <a:r>
              <a:rPr lang="en-US" altLang="zh-CN" dirty="0">
                <a:latin typeface="Times New Roman" panose="02020503050405090304" pitchFamily="18" charset="0"/>
                <a:ea typeface="楷体" panose="02010609060101010101" pitchFamily="49" charset="-122"/>
              </a:rPr>
              <a:t>Social thermoregulation theory posits that modern human relationships are </a:t>
            </a:r>
            <a:r>
              <a:rPr lang="en-US" altLang="zh-CN" dirty="0" err="1">
                <a:latin typeface="Times New Roman" panose="02020503050405090304" pitchFamily="18" charset="0"/>
                <a:ea typeface="楷体" panose="02010609060101010101" pitchFamily="49" charset="-122"/>
              </a:rPr>
              <a:t>pleisiomorphically</a:t>
            </a:r>
            <a:r>
              <a:rPr lang="en-US" altLang="zh-CN" dirty="0">
                <a:latin typeface="Times New Roman" panose="02020503050405090304" pitchFamily="18" charset="0"/>
                <a:ea typeface="楷体" panose="02010609060101010101" pitchFamily="49" charset="-122"/>
              </a:rPr>
              <a:t> organized around body temperature regulation. In two studies (N = 1755) designed to test the principles from this theory, we used supervised machine learning to identify social and non-social factors that relate to core body temperature. This data-driven analysis found that complex social integration (CSI), defined as the number of high-contact roles one engages in, is a critical predictor of core body temperature. We further used a cross-validation approach to show that colder climates relate to higher levels of CSI, which in turn relates to higher CBT (when climates get colder). These results suggest that despite modern affordances for regulating body temperature, people still rely on social warmth to buffer their bodies against the cold.</a:t>
            </a:r>
            <a:endParaRPr lang="zh-CN" altLang="en-US" dirty="0">
              <a:latin typeface="Times New Roman" panose="02020503050405090304" pitchFamily="18" charset="0"/>
              <a:ea typeface="楷体" panose="02010609060101010101" pitchFamily="49" charset="-122"/>
            </a:endParaRPr>
          </a:p>
        </p:txBody>
      </p:sp>
      <p:sp>
        <p:nvSpPr>
          <p:cNvPr id="7" name="文本框 6"/>
          <p:cNvSpPr txBox="1"/>
          <p:nvPr/>
        </p:nvSpPr>
        <p:spPr>
          <a:xfrm>
            <a:off x="243838" y="6176963"/>
            <a:ext cx="7410995" cy="523220"/>
          </a:xfrm>
          <a:prstGeom prst="rect">
            <a:avLst/>
          </a:prstGeom>
          <a:noFill/>
        </p:spPr>
        <p:txBody>
          <a:bodyPr wrap="square" rtlCol="0">
            <a:spAutoFit/>
          </a:bodyPr>
          <a:lstStyle/>
          <a:p>
            <a:r>
              <a:rPr lang="en-US" altLang="zh-CN" sz="1400" dirty="0" err="1">
                <a:latin typeface="Times New Roman" panose="02020503050405090304" pitchFamily="18" charset="0"/>
                <a:ea typeface="楷体" panose="02010609060101010101" pitchFamily="49" charset="-122"/>
                <a:cs typeface="Times New Roman" panose="02020503050405090304" pitchFamily="18" charset="0"/>
              </a:rPr>
              <a:t>IJzerman</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 H., et al. (2018). The Human Penguin Project: Climate, Social Integration, and Core Body Temperature</a:t>
            </a:r>
            <a:r>
              <a:rPr lang="en-US" altLang="zh-CN" sz="1400" i="1" dirty="0">
                <a:latin typeface="Times New Roman" panose="02020503050405090304" pitchFamily="18" charset="0"/>
                <a:ea typeface="楷体" panose="02010609060101010101" pitchFamily="49" charset="-122"/>
                <a:cs typeface="Times New Roman" panose="02020503050405090304" pitchFamily="18" charset="0"/>
              </a:rPr>
              <a:t>. Collabra: Psychology, 4</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(1): 37. DOI: </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hlinkClick r:id="rId2"/>
              </a:rPr>
              <a:t>https://doi.org/10.1525/collabra.165</a:t>
            </a:r>
            <a:endParaRPr lang="zh-CN" altLang="en-US" sz="1400" dirty="0">
              <a:latin typeface="Times New Roman" panose="02020503050405090304" pitchFamily="18" charset="0"/>
              <a:ea typeface="楷体" panose="02010609060101010101" pitchFamily="49" charset="-122"/>
              <a:cs typeface="Times New Roman" panose="0202050305040509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pPr marL="0" indent="0">
              <a:buNone/>
            </a:pPr>
            <a:r>
              <a:rPr lang="zh-CN" altLang="en-US" dirty="0"/>
              <a:t>问题一</a:t>
            </a:r>
            <a:endParaRPr lang="en-US" altLang="zh-CN" dirty="0"/>
          </a:p>
          <a:p>
            <a:pPr marL="0" indent="0">
              <a:buNone/>
            </a:pPr>
            <a:endParaRPr lang="zh-CN" altLang="en-US" dirty="0"/>
          </a:p>
        </p:txBody>
      </p:sp>
      <p:sp>
        <p:nvSpPr>
          <p:cNvPr id="4" name="文本框 3"/>
          <p:cNvSpPr txBox="1"/>
          <p:nvPr/>
        </p:nvSpPr>
        <p:spPr>
          <a:xfrm>
            <a:off x="2757971" y="1974846"/>
            <a:ext cx="7376160" cy="1938020"/>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数据：</a:t>
            </a:r>
            <a:endParaRPr lang="en-US" altLang="zh-CN" sz="2400" dirty="0">
              <a:latin typeface="楷体" panose="02010609060101010101" pitchFamily="49" charset="-122"/>
              <a:ea typeface="楷体" panose="02010609060101010101" pitchFamily="49" charset="-122"/>
            </a:endParaRPr>
          </a:p>
          <a:p>
            <a:endParaRPr lang="en-US" altLang="zh-CN" sz="2400" dirty="0">
              <a:latin typeface="楷体" panose="02010609060101010101" pitchFamily="49" charset="-122"/>
              <a:ea typeface="楷体" panose="02010609060101010101" pitchFamily="49" charset="-122"/>
            </a:endParaRPr>
          </a:p>
          <a:p>
            <a:r>
              <a:rPr lang="en-US" altLang="zh-CN" sz="2400" dirty="0">
                <a:latin typeface="Times New Roman" panose="02020503050405090304" pitchFamily="18" charset="0"/>
                <a:ea typeface="楷体" panose="02010609060101010101" pitchFamily="49" charset="-122"/>
                <a:cs typeface="Times New Roman" panose="02020503050405090304" pitchFamily="18" charset="0"/>
                <a:hlinkClick r:id="rId1" action="ppaction://hlinkfile"/>
              </a:rPr>
              <a:t>Penguin_rawdata.csv</a:t>
            </a:r>
            <a:endParaRPr lang="en-US" altLang="zh-CN" sz="2400" dirty="0">
              <a:latin typeface="Times New Roman" panose="02020503050405090304" pitchFamily="18" charset="0"/>
              <a:ea typeface="楷体" panose="02010609060101010101" pitchFamily="49" charset="-122"/>
              <a:cs typeface="Times New Roman" panose="02020503050405090304" pitchFamily="18" charset="0"/>
            </a:endParaRPr>
          </a:p>
          <a:p>
            <a:endParaRPr lang="en-US" altLang="zh-CN" sz="2400" dirty="0">
              <a:latin typeface="楷体" panose="02010609060101010101" pitchFamily="49" charset="-122"/>
              <a:ea typeface="楷体" panose="02010609060101010101" pitchFamily="49" charset="-122"/>
            </a:endParaRPr>
          </a:p>
          <a:p>
            <a:r>
              <a:rPr lang="en-US" altLang="zh-CN" sz="2400" dirty="0">
                <a:latin typeface="Times New Roman" panose="02020503050405090304" pitchFamily="18" charset="0"/>
                <a:ea typeface="楷体" panose="02010609060101010101" pitchFamily="49" charset="-122"/>
                <a:cs typeface="Times New Roman" panose="02020503050405090304" pitchFamily="18" charset="0"/>
                <a:hlinkClick r:id="rId2" action="ppaction://hlinkfile"/>
              </a:rPr>
              <a:t>Penguin_rawdata.sav</a:t>
            </a:r>
            <a:endParaRPr lang="zh-CN" altLang="en-US" sz="2400" dirty="0">
              <a:latin typeface="Times New Roman" panose="02020503050405090304" pitchFamily="18" charset="0"/>
              <a:ea typeface="楷体" panose="02010609060101010101" pitchFamily="49" charset="-122"/>
              <a:cs typeface="Times New Roman" panose="02020503050405090304" pitchFamily="18" charset="0"/>
            </a:endParaRPr>
          </a:p>
        </p:txBody>
      </p:sp>
      <p:sp>
        <p:nvSpPr>
          <p:cNvPr id="5" name="文本框 4"/>
          <p:cNvSpPr txBox="1"/>
          <p:nvPr/>
        </p:nvSpPr>
        <p:spPr>
          <a:xfrm>
            <a:off x="2838994" y="4063058"/>
            <a:ext cx="7776754" cy="1200329"/>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被试来自</a:t>
            </a:r>
            <a:r>
              <a:rPr lang="en-US" altLang="zh-CN" sz="2400" dirty="0">
                <a:latin typeface="楷体" panose="02010609060101010101" pitchFamily="49" charset="-122"/>
                <a:ea typeface="楷体" panose="02010609060101010101" pitchFamily="49" charset="-122"/>
              </a:rPr>
              <a:t>12</a:t>
            </a:r>
            <a:r>
              <a:rPr lang="zh-CN" altLang="en-US" sz="2400" dirty="0">
                <a:latin typeface="楷体" panose="02010609060101010101" pitchFamily="49" charset="-122"/>
                <a:ea typeface="楷体" panose="02010609060101010101" pitchFamily="49" charset="-122"/>
              </a:rPr>
              <a:t>个国家</a:t>
            </a:r>
            <a:r>
              <a:rPr lang="en-US" altLang="zh-CN" sz="2400" dirty="0">
                <a:latin typeface="楷体" panose="02010609060101010101" pitchFamily="49" charset="-122"/>
                <a:ea typeface="楷体" panose="02010609060101010101" pitchFamily="49" charset="-122"/>
              </a:rPr>
              <a:t>; </a:t>
            </a:r>
            <a:r>
              <a:rPr lang="en-US" altLang="zh-CN" sz="2400" i="1" dirty="0">
                <a:latin typeface="楷体" panose="02010609060101010101" pitchFamily="49" charset="-122"/>
                <a:ea typeface="楷体" panose="02010609060101010101" pitchFamily="49" charset="-122"/>
              </a:rPr>
              <a:t>N</a:t>
            </a:r>
            <a:r>
              <a:rPr lang="en-US" altLang="zh-CN" sz="2400" dirty="0">
                <a:latin typeface="楷体" panose="02010609060101010101" pitchFamily="49" charset="-122"/>
                <a:ea typeface="楷体" panose="02010609060101010101" pitchFamily="49" charset="-122"/>
              </a:rPr>
              <a:t> = 1523</a:t>
            </a:r>
            <a:r>
              <a:rPr lang="zh-CN" altLang="en-US"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a:p>
            <a:r>
              <a:rPr lang="zh-CN" altLang="en-US" sz="2400" dirty="0">
                <a:latin typeface="楷体" panose="02010609060101010101" pitchFamily="49" charset="-122"/>
                <a:ea typeface="楷体" panose="02010609060101010101" pitchFamily="49" charset="-122"/>
              </a:rPr>
              <a:t>包含以下问卷：怀旧；对家的依恋；主观压力感；自我控制；新陈代谢和社交网络质量等</a:t>
            </a:r>
            <a:endParaRPr lang="zh-CN" altLang="en-US" sz="2400" dirty="0">
              <a:latin typeface="楷体" panose="02010609060101010101" pitchFamily="49" charset="-122"/>
              <a:ea typeface="楷体" panose="02010609060101010101" pitchFamily="49" charset="-122"/>
            </a:endParaRPr>
          </a:p>
        </p:txBody>
      </p:sp>
      <p:sp>
        <p:nvSpPr>
          <p:cNvPr id="7" name="Title 6"/>
          <p:cNvSpPr>
            <a:spLocks noGrp="1"/>
          </p:cNvSpPr>
          <p:nvPr>
            <p:ph type="title"/>
          </p:nvPr>
        </p:nvSpPr>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1.1</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本课程中拟解决</a:t>
            </a:r>
            <a:r>
              <a:rPr lang="zh-CN" altLang="en-US" sz="3600" dirty="0">
                <a:latin typeface="华文楷体" panose="02010600040101010101" pitchFamily="2" charset="-122"/>
                <a:ea typeface="华文楷体" panose="02010600040101010101" pitchFamily="2" charset="-122"/>
              </a:rPr>
              <a:t>的数据分析问题</a:t>
            </a:r>
            <a:endParaRPr lang="en-US" sz="3600" dirty="0"/>
          </a:p>
        </p:txBody>
      </p:sp>
      <p:sp>
        <p:nvSpPr>
          <p:cNvPr id="8" name="文本框 7"/>
          <p:cNvSpPr txBox="1"/>
          <p:nvPr/>
        </p:nvSpPr>
        <p:spPr>
          <a:xfrm>
            <a:off x="243838" y="6176963"/>
            <a:ext cx="7410995" cy="523220"/>
          </a:xfrm>
          <a:prstGeom prst="rect">
            <a:avLst/>
          </a:prstGeom>
          <a:noFill/>
        </p:spPr>
        <p:txBody>
          <a:bodyPr wrap="square" rtlCol="0">
            <a:spAutoFit/>
          </a:bodyPr>
          <a:lstStyle/>
          <a:p>
            <a:r>
              <a:rPr lang="en-US" altLang="zh-CN" sz="1400" dirty="0" err="1">
                <a:latin typeface="Times New Roman" panose="02020503050405090304" pitchFamily="18" charset="0"/>
                <a:ea typeface="楷体" panose="02010609060101010101" pitchFamily="49" charset="-122"/>
                <a:cs typeface="Times New Roman" panose="02020503050405090304" pitchFamily="18" charset="0"/>
              </a:rPr>
              <a:t>IJzerman</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 H., et al. (2018). The Human Penguin Project: Climate, Social Integration, and Core Body Temperature</a:t>
            </a:r>
            <a:r>
              <a:rPr lang="en-US" altLang="zh-CN" sz="1400" i="1" dirty="0">
                <a:latin typeface="Times New Roman" panose="02020503050405090304" pitchFamily="18" charset="0"/>
                <a:ea typeface="楷体" panose="02010609060101010101" pitchFamily="49" charset="-122"/>
                <a:cs typeface="Times New Roman" panose="02020503050405090304" pitchFamily="18" charset="0"/>
              </a:rPr>
              <a:t>. Collabra: Psychology, 4</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(1): 37. DOI: </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hlinkClick r:id="rId3"/>
              </a:rPr>
              <a:t>https://doi.org/10.1525/collabra.165</a:t>
            </a:r>
            <a:endParaRPr lang="zh-CN" altLang="en-US" sz="1400" dirty="0">
              <a:latin typeface="Times New Roman" panose="02020503050405090304" pitchFamily="18" charset="0"/>
              <a:ea typeface="楷体" panose="02010609060101010101" pitchFamily="49" charset="-122"/>
              <a:cs typeface="Times New Roman" panose="0202050305040509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1.1</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本课程中拟解决</a:t>
            </a:r>
            <a:r>
              <a:rPr lang="zh-CN" altLang="en-US" sz="3600" dirty="0">
                <a:latin typeface="华文楷体" panose="02010600040101010101" pitchFamily="2" charset="-122"/>
                <a:ea typeface="华文楷体" panose="02010600040101010101" pitchFamily="2" charset="-122"/>
              </a:rPr>
              <a:t>的数据分析问题</a:t>
            </a:r>
            <a:endParaRPr lang="zh-CN" altLang="en-US" sz="3600" dirty="0">
              <a:latin typeface="楷体" panose="02010609060101010101" pitchFamily="49" charset="-122"/>
              <a:ea typeface="楷体" panose="02010609060101010101" pitchFamily="49" charset="-122"/>
            </a:endParaRPr>
          </a:p>
        </p:txBody>
      </p:sp>
      <p:sp>
        <p:nvSpPr>
          <p:cNvPr id="6" name="内容占位符 5"/>
          <p:cNvSpPr>
            <a:spLocks noGrp="1"/>
          </p:cNvSpPr>
          <p:nvPr>
            <p:ph idx="1"/>
          </p:nvPr>
        </p:nvSpPr>
        <p:spPr>
          <a:xfrm>
            <a:off x="838199" y="1825625"/>
            <a:ext cx="4555603" cy="4351338"/>
          </a:xfrm>
        </p:spPr>
        <p:txBody>
          <a:bodyPr/>
          <a:lstStyle/>
          <a:p>
            <a:pPr marL="0" indent="0">
              <a:buNone/>
            </a:pPr>
            <a:r>
              <a:rPr lang="zh-CN" altLang="en-US" dirty="0"/>
              <a:t>问题一</a:t>
            </a:r>
            <a:endParaRPr lang="en-US" altLang="zh-CN" dirty="0"/>
          </a:p>
          <a:p>
            <a:pPr marL="0" indent="0">
              <a:buNone/>
            </a:pPr>
            <a:endParaRPr lang="en-US" altLang="zh-CN" dirty="0"/>
          </a:p>
          <a:p>
            <a:pPr marL="0" indent="0">
              <a:buNone/>
            </a:pPr>
            <a:r>
              <a:rPr lang="en-US" altLang="zh-CN" dirty="0">
                <a:solidFill>
                  <a:srgbClr val="505050"/>
                </a:solidFill>
                <a:latin typeface="Times New Roman" panose="02020503050405090304" pitchFamily="18" charset="0"/>
                <a:cs typeface="Times New Roman" panose="02020503050405090304" pitchFamily="18" charset="0"/>
              </a:rPr>
              <a:t>Results from supervised machine learning analyses</a:t>
            </a:r>
            <a:endParaRPr lang="en-US" altLang="zh-CN" dirty="0">
              <a:solidFill>
                <a:srgbClr val="505050"/>
              </a:solidFill>
              <a:latin typeface="Times New Roman" panose="02020503050405090304" pitchFamily="18" charset="0"/>
              <a:cs typeface="Times New Roman" panose="02020503050405090304" pitchFamily="18" charset="0"/>
            </a:endParaRPr>
          </a:p>
          <a:p>
            <a:endParaRPr lang="en-US" altLang="zh-CN" dirty="0">
              <a:solidFill>
                <a:srgbClr val="505050"/>
              </a:solidFill>
              <a:latin typeface="Times New Roman" panose="02020503050405090304" pitchFamily="18" charset="0"/>
              <a:cs typeface="Times New Roman" panose="02020503050405090304" pitchFamily="18" charset="0"/>
            </a:endParaRPr>
          </a:p>
          <a:p>
            <a:pPr marL="0" indent="0">
              <a:buNone/>
            </a:pPr>
            <a:r>
              <a:rPr lang="en-US" altLang="zh-CN" b="1" dirty="0">
                <a:solidFill>
                  <a:srgbClr val="505050"/>
                </a:solidFill>
                <a:latin typeface="Times New Roman" panose="02020503050405090304" pitchFamily="18" charset="0"/>
                <a:cs typeface="Times New Roman" panose="02020503050405090304" pitchFamily="18" charset="0"/>
              </a:rPr>
              <a:t>—— </a:t>
            </a:r>
            <a:r>
              <a:rPr lang="en-US" altLang="zh-CN" sz="2000" b="1" dirty="0">
                <a:solidFill>
                  <a:srgbClr val="505050"/>
                </a:solidFill>
                <a:latin typeface="Times New Roman" panose="02020503050405090304" pitchFamily="18" charset="0"/>
                <a:cs typeface="Times New Roman" panose="02020503050405090304" pitchFamily="18" charset="0"/>
              </a:rPr>
              <a:t>Core Body Temperature(CBT)</a:t>
            </a:r>
            <a:endParaRPr lang="zh-CN" altLang="en-US" sz="2000" b="1" dirty="0">
              <a:solidFill>
                <a:srgbClr val="505050"/>
              </a:solidFill>
              <a:latin typeface="Times New Roman" panose="02020503050405090304" pitchFamily="18" charset="0"/>
              <a:cs typeface="Times New Roman" panose="02020503050405090304" pitchFamily="18" charset="0"/>
            </a:endParaRPr>
          </a:p>
          <a:p>
            <a:pPr marL="0" indent="0">
              <a:buNone/>
            </a:pPr>
            <a:endParaRPr lang="zh-CN" altLang="en-US" dirty="0"/>
          </a:p>
        </p:txBody>
      </p:sp>
      <p:pic>
        <p:nvPicPr>
          <p:cNvPr id="1026" name="Picture 2" descr="https://scholardata.cdn.ivysci.com/202302272316/dbcf64e7277099372197b3de7ead16ce/pdf_figures/1dc1767dd82ec63487278dad6b41ab32/figures/6-FIGURE3-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29195" y="1217897"/>
            <a:ext cx="5040000" cy="4959066"/>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243838" y="6176963"/>
            <a:ext cx="7410995" cy="523220"/>
          </a:xfrm>
          <a:prstGeom prst="rect">
            <a:avLst/>
          </a:prstGeom>
          <a:noFill/>
        </p:spPr>
        <p:txBody>
          <a:bodyPr wrap="square" rtlCol="0">
            <a:spAutoFit/>
          </a:bodyPr>
          <a:lstStyle/>
          <a:p>
            <a:r>
              <a:rPr lang="en-US" altLang="zh-CN" sz="1400" dirty="0" err="1">
                <a:latin typeface="Times New Roman" panose="02020503050405090304" pitchFamily="18" charset="0"/>
                <a:ea typeface="楷体" panose="02010609060101010101" pitchFamily="49" charset="-122"/>
                <a:cs typeface="Times New Roman" panose="02020503050405090304" pitchFamily="18" charset="0"/>
              </a:rPr>
              <a:t>IJzerman</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 H., et al. (2018). The Human Penguin Project: Climate, Social Integration, and Core Body Temperature</a:t>
            </a:r>
            <a:r>
              <a:rPr lang="en-US" altLang="zh-CN" sz="1400" i="1" dirty="0">
                <a:latin typeface="Times New Roman" panose="02020503050405090304" pitchFamily="18" charset="0"/>
                <a:ea typeface="楷体" panose="02010609060101010101" pitchFamily="49" charset="-122"/>
                <a:cs typeface="Times New Roman" panose="02020503050405090304" pitchFamily="18" charset="0"/>
              </a:rPr>
              <a:t>. Collabra: Psychology, 4</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(1): 37. DOI: </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hlinkClick r:id="rId2"/>
              </a:rPr>
              <a:t>https://doi.org/10.1525/collabra.165</a:t>
            </a:r>
            <a:endParaRPr lang="zh-CN" altLang="en-US" sz="1400" dirty="0">
              <a:latin typeface="Times New Roman" panose="02020503050405090304" pitchFamily="18" charset="0"/>
              <a:ea typeface="楷体" panose="02010609060101010101" pitchFamily="49" charset="-122"/>
              <a:cs typeface="Times New Roman" panose="0202050305040509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1.1</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本课程中拟解决</a:t>
            </a:r>
            <a:r>
              <a:rPr lang="zh-CN" altLang="en-US" sz="3600" dirty="0">
                <a:latin typeface="华文楷体" panose="02010600040101010101" pitchFamily="2" charset="-122"/>
                <a:ea typeface="华文楷体" panose="02010600040101010101" pitchFamily="2" charset="-122"/>
              </a:rPr>
              <a:t>的数据分析问题</a:t>
            </a:r>
            <a:endParaRPr lang="zh-CN" altLang="en-US" sz="3600" dirty="0">
              <a:latin typeface="楷体" panose="02010609060101010101" pitchFamily="49" charset="-122"/>
              <a:ea typeface="楷体" panose="02010609060101010101" pitchFamily="49" charset="-122"/>
            </a:endParaRPr>
          </a:p>
        </p:txBody>
      </p:sp>
      <p:sp>
        <p:nvSpPr>
          <p:cNvPr id="6" name="内容占位符 5"/>
          <p:cNvSpPr>
            <a:spLocks noGrp="1"/>
          </p:cNvSpPr>
          <p:nvPr>
            <p:ph idx="1"/>
          </p:nvPr>
        </p:nvSpPr>
        <p:spPr>
          <a:xfrm>
            <a:off x="838199" y="1825625"/>
            <a:ext cx="4393558" cy="4351338"/>
          </a:xfrm>
        </p:spPr>
        <p:txBody>
          <a:bodyPr/>
          <a:lstStyle/>
          <a:p>
            <a:pPr marL="0" indent="0">
              <a:buNone/>
            </a:pPr>
            <a:r>
              <a:rPr lang="zh-CN" altLang="en-US" dirty="0"/>
              <a:t>问题一</a:t>
            </a:r>
            <a:endParaRPr lang="en-US" altLang="zh-CN" dirty="0"/>
          </a:p>
          <a:p>
            <a:pPr marL="0" indent="0">
              <a:buNone/>
            </a:pPr>
            <a:endParaRPr lang="en-US" altLang="zh-CN" dirty="0"/>
          </a:p>
          <a:p>
            <a:pPr marL="0" indent="0">
              <a:buNone/>
            </a:pPr>
            <a:r>
              <a:rPr lang="en-US" altLang="zh-CN" dirty="0">
                <a:solidFill>
                  <a:srgbClr val="505050"/>
                </a:solidFill>
                <a:latin typeface="Times New Roman" panose="02020503050405090304" pitchFamily="18" charset="0"/>
                <a:cs typeface="Times New Roman" panose="02020503050405090304" pitchFamily="18" charset="0"/>
              </a:rPr>
              <a:t>Results from supervised machine learning analyses</a:t>
            </a:r>
            <a:endParaRPr lang="en-US" altLang="zh-CN" dirty="0">
              <a:solidFill>
                <a:srgbClr val="505050"/>
              </a:solidFill>
              <a:latin typeface="Times New Roman" panose="02020503050405090304" pitchFamily="18" charset="0"/>
              <a:cs typeface="Times New Roman" panose="02020503050405090304" pitchFamily="18" charset="0"/>
            </a:endParaRPr>
          </a:p>
          <a:p>
            <a:endParaRPr lang="en-US" altLang="zh-CN" dirty="0">
              <a:solidFill>
                <a:srgbClr val="505050"/>
              </a:solidFill>
              <a:latin typeface="Times New Roman" panose="02020503050405090304" pitchFamily="18" charset="0"/>
              <a:cs typeface="Times New Roman" panose="02020503050405090304" pitchFamily="18" charset="0"/>
            </a:endParaRPr>
          </a:p>
          <a:p>
            <a:pPr marL="0" indent="0">
              <a:buNone/>
            </a:pPr>
            <a:r>
              <a:rPr lang="en-US" altLang="zh-CN" sz="2000" b="1" dirty="0">
                <a:solidFill>
                  <a:srgbClr val="505050"/>
                </a:solidFill>
                <a:latin typeface="Times New Roman" panose="02020503050405090304" pitchFamily="18" charset="0"/>
                <a:cs typeface="Times New Roman" panose="02020503050405090304" pitchFamily="18" charset="0"/>
              </a:rPr>
              <a:t>—— Complex Social Integration(CSI)</a:t>
            </a:r>
            <a:endParaRPr lang="zh-CN" altLang="en-US" sz="2000" b="1" dirty="0">
              <a:solidFill>
                <a:srgbClr val="505050"/>
              </a:solidFill>
              <a:latin typeface="Times New Roman" panose="02020503050405090304" pitchFamily="18" charset="0"/>
              <a:cs typeface="Times New Roman" panose="02020503050405090304" pitchFamily="18" charset="0"/>
            </a:endParaRPr>
          </a:p>
          <a:p>
            <a:pPr marL="0" indent="0">
              <a:buNone/>
            </a:pPr>
            <a:endParaRPr lang="zh-CN" altLang="en-US" dirty="0"/>
          </a:p>
        </p:txBody>
      </p:sp>
      <p:pic>
        <p:nvPicPr>
          <p:cNvPr id="1026" name="Picture 2" descr="https://scholardata.cdn.ivysci.com/202302272316/dbcf64e7277099372197b3de7ead16ce/pdf_figures/1dc1767dd82ec63487278dad6b41ab32/figures/6-FIGURE3-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29195" y="1217897"/>
            <a:ext cx="5040000" cy="495906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s://scholardata.cdn.ivysci.com/202302272316/3800edf4574a32ee5c1b410e2fb356d7/pdf_figures/1dc1767dd82ec63487278dad6b41ab32/figures/8-FIGURE4-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9195" y="1219698"/>
            <a:ext cx="5040000" cy="4957265"/>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243838" y="6176963"/>
            <a:ext cx="7410995" cy="523220"/>
          </a:xfrm>
          <a:prstGeom prst="rect">
            <a:avLst/>
          </a:prstGeom>
          <a:noFill/>
        </p:spPr>
        <p:txBody>
          <a:bodyPr wrap="square" rtlCol="0">
            <a:spAutoFit/>
          </a:bodyPr>
          <a:lstStyle/>
          <a:p>
            <a:r>
              <a:rPr lang="en-US" altLang="zh-CN" sz="1400" dirty="0" err="1">
                <a:latin typeface="Times New Roman" panose="02020503050405090304" pitchFamily="18" charset="0"/>
                <a:ea typeface="楷体" panose="02010609060101010101" pitchFamily="49" charset="-122"/>
                <a:cs typeface="Times New Roman" panose="02020503050405090304" pitchFamily="18" charset="0"/>
              </a:rPr>
              <a:t>IJzerman</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 H., et al. (2018). The Human Penguin Project: Climate, Social Integration, and Core Body Temperature</a:t>
            </a:r>
            <a:r>
              <a:rPr lang="en-US" altLang="zh-CN" sz="1400" i="1" dirty="0">
                <a:latin typeface="Times New Roman" panose="02020503050405090304" pitchFamily="18" charset="0"/>
                <a:ea typeface="楷体" panose="02010609060101010101" pitchFamily="49" charset="-122"/>
                <a:cs typeface="Times New Roman" panose="02020503050405090304" pitchFamily="18" charset="0"/>
              </a:rPr>
              <a:t>. Collabra: Psychology, 4</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(1): 37. DOI: </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hlinkClick r:id="rId3"/>
              </a:rPr>
              <a:t>https://doi.org/10.1525/collabra.165</a:t>
            </a:r>
            <a:endParaRPr lang="zh-CN" altLang="en-US" sz="1400" dirty="0">
              <a:latin typeface="Times New Roman" panose="02020503050405090304" pitchFamily="18" charset="0"/>
              <a:ea typeface="楷体" panose="02010609060101010101" pitchFamily="49" charset="-122"/>
              <a:cs typeface="Times New Roman" panose="0202050305040509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1.1</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本课程中拟解决</a:t>
            </a:r>
            <a:r>
              <a:rPr lang="zh-CN" altLang="en-US" sz="3600" dirty="0">
                <a:latin typeface="华文楷体" panose="02010600040101010101" pitchFamily="2" charset="-122"/>
                <a:ea typeface="华文楷体" panose="02010600040101010101" pitchFamily="2" charset="-122"/>
              </a:rPr>
              <a:t>的数据分析问题</a:t>
            </a:r>
            <a:endParaRPr lang="zh-CN" altLang="en-US" sz="3600" dirty="0">
              <a:latin typeface="楷体" panose="02010609060101010101" pitchFamily="49" charset="-122"/>
              <a:ea typeface="楷体" panose="02010609060101010101" pitchFamily="49" charset="-122"/>
            </a:endParaRPr>
          </a:p>
        </p:txBody>
      </p:sp>
      <p:sp>
        <p:nvSpPr>
          <p:cNvPr id="10" name="文本占位符 9"/>
          <p:cNvSpPr>
            <a:spLocks noGrp="1"/>
          </p:cNvSpPr>
          <p:nvPr>
            <p:ph type="body" idx="1"/>
          </p:nvPr>
        </p:nvSpPr>
        <p:spPr/>
        <p:txBody>
          <a:bodyPr/>
          <a:lstStyle/>
          <a:p>
            <a:endParaRPr lang="zh-CN" altLang="en-US" dirty="0"/>
          </a:p>
        </p:txBody>
      </p:sp>
      <p:sp>
        <p:nvSpPr>
          <p:cNvPr id="12" name="文本占位符 11"/>
          <p:cNvSpPr>
            <a:spLocks noGrp="1"/>
          </p:cNvSpPr>
          <p:nvPr>
            <p:ph type="body" sz="quarter" idx="3"/>
          </p:nvPr>
        </p:nvSpPr>
        <p:spPr/>
        <p:txBody>
          <a:bodyPr/>
          <a:lstStyle/>
          <a:p>
            <a:endParaRPr lang="zh-CN" altLang="en-US"/>
          </a:p>
        </p:txBody>
      </p:sp>
      <p:pic>
        <p:nvPicPr>
          <p:cNvPr id="3074" name="Picture 2" descr="https://scholardata.cdn.ivysci.com/202302272316/61bf5400c1b70f925ed158a96a235b4b/pdf_figures/1dc1767dd82ec63487278dad6b41ab32/figures/10-FIGURE6-1.png"/>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bwMode="auto">
          <a:xfrm>
            <a:off x="839788" y="1622959"/>
            <a:ext cx="5157787" cy="292128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scholardata.cdn.ivysci.com/202302272316/710ed8870c9493b6a95fbc65a039daeb/pdf_figures/1dc1767dd82ec63487278dad6b41ab32/figures/11-FIGURE7-1.png"/>
          <p:cNvPicPr>
            <a:picLocks noGrp="1" noChangeAspect="1" noChangeArrowheads="1"/>
          </p:cNvPicPr>
          <p:nvPr>
            <p:ph sz="quarter" idx="4"/>
          </p:nvPr>
        </p:nvPicPr>
        <p:blipFill>
          <a:blip r:embed="rId2">
            <a:extLst>
              <a:ext uri="{28A0092B-C50C-407E-A947-70E740481C1C}">
                <a14:useLocalDpi xmlns:a14="http://schemas.microsoft.com/office/drawing/2010/main" val="0"/>
              </a:ext>
            </a:extLst>
          </a:blip>
          <a:srcRect/>
          <a:stretch>
            <a:fillRect/>
          </a:stretch>
        </p:blipFill>
        <p:spPr bwMode="auto">
          <a:xfrm>
            <a:off x="6172200" y="1622959"/>
            <a:ext cx="5183188" cy="2970851"/>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p:cNvSpPr txBox="1"/>
          <p:nvPr/>
        </p:nvSpPr>
        <p:spPr>
          <a:xfrm>
            <a:off x="839788" y="4807180"/>
            <a:ext cx="10399230" cy="830997"/>
          </a:xfrm>
          <a:prstGeom prst="rect">
            <a:avLst/>
          </a:prstGeom>
          <a:noFill/>
        </p:spPr>
        <p:txBody>
          <a:bodyPr wrap="square" rtlCol="0">
            <a:spAutoFit/>
          </a:bodyPr>
          <a:lstStyle/>
          <a:p>
            <a:r>
              <a:rPr lang="en-US" altLang="zh-CN" sz="2400" b="1" dirty="0">
                <a:solidFill>
                  <a:srgbClr val="505050"/>
                </a:solidFill>
                <a:latin typeface="Times New Roman" panose="02020503050405090304" pitchFamily="18" charset="0"/>
                <a:ea typeface="楷体" panose="02010609060101010101" pitchFamily="49" charset="-122"/>
                <a:cs typeface="Times New Roman" panose="02020503050405090304" pitchFamily="18" charset="0"/>
              </a:rPr>
              <a:t>Conclusion —— </a:t>
            </a:r>
            <a:r>
              <a:rPr lang="en-US" altLang="zh-CN" sz="2400" dirty="0">
                <a:solidFill>
                  <a:srgbClr val="505050"/>
                </a:solidFill>
                <a:latin typeface="Times New Roman" panose="02020503050405090304" pitchFamily="18" charset="0"/>
                <a:ea typeface="楷体" panose="02010609060101010101" pitchFamily="49" charset="-122"/>
                <a:cs typeface="Times New Roman" panose="02020503050405090304" pitchFamily="18" charset="0"/>
              </a:rPr>
              <a:t>CSI does not protect the CBT of people without a romantic relationship from colder climates (DEQ)</a:t>
            </a:r>
            <a:endParaRPr lang="zh-CN" altLang="en-US" sz="2400" dirty="0">
              <a:solidFill>
                <a:srgbClr val="505050"/>
              </a:solidFill>
              <a:latin typeface="Times New Roman" panose="02020503050405090304" pitchFamily="18" charset="0"/>
              <a:ea typeface="楷体" panose="02010609060101010101" pitchFamily="49" charset="-122"/>
              <a:cs typeface="Times New Roman" panose="02020503050405090304" pitchFamily="18" charset="0"/>
            </a:endParaRPr>
          </a:p>
        </p:txBody>
      </p:sp>
      <p:sp>
        <p:nvSpPr>
          <p:cNvPr id="9" name="文本框 8"/>
          <p:cNvSpPr txBox="1"/>
          <p:nvPr/>
        </p:nvSpPr>
        <p:spPr>
          <a:xfrm>
            <a:off x="243838" y="6176963"/>
            <a:ext cx="7410995" cy="523220"/>
          </a:xfrm>
          <a:prstGeom prst="rect">
            <a:avLst/>
          </a:prstGeom>
          <a:noFill/>
        </p:spPr>
        <p:txBody>
          <a:bodyPr wrap="square" rtlCol="0">
            <a:spAutoFit/>
          </a:bodyPr>
          <a:lstStyle/>
          <a:p>
            <a:r>
              <a:rPr lang="en-US" altLang="zh-CN" sz="1400" dirty="0" err="1">
                <a:latin typeface="Times New Roman" panose="02020503050405090304" pitchFamily="18" charset="0"/>
                <a:ea typeface="楷体" panose="02010609060101010101" pitchFamily="49" charset="-122"/>
                <a:cs typeface="Times New Roman" panose="02020503050405090304" pitchFamily="18" charset="0"/>
              </a:rPr>
              <a:t>IJzerman</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 H., et al. (2018). The Human Penguin Project: Climate, Social Integration, and Core Body Temperature</a:t>
            </a:r>
            <a:r>
              <a:rPr lang="en-US" altLang="zh-CN" sz="1400" i="1" dirty="0">
                <a:latin typeface="Times New Roman" panose="02020503050405090304" pitchFamily="18" charset="0"/>
                <a:ea typeface="楷体" panose="02010609060101010101" pitchFamily="49" charset="-122"/>
                <a:cs typeface="Times New Roman" panose="02020503050405090304" pitchFamily="18" charset="0"/>
              </a:rPr>
              <a:t>. Collabra: Psychology, 4</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(1): 37. DOI: </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hlinkClick r:id="rId3"/>
              </a:rPr>
              <a:t>https://doi.org/10.1525/collabra.165</a:t>
            </a:r>
            <a:endParaRPr lang="zh-CN" altLang="en-US" sz="1400" dirty="0">
              <a:latin typeface="Times New Roman" panose="02020503050405090304" pitchFamily="18" charset="0"/>
              <a:ea typeface="楷体" panose="02010609060101010101" pitchFamily="49" charset="-122"/>
              <a:cs typeface="Times New Roman" panose="0202050305040509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pPr marL="0" indent="0">
              <a:buNone/>
            </a:pPr>
            <a:r>
              <a:rPr lang="zh-CN" altLang="en-US" dirty="0"/>
              <a:t>解决问题</a:t>
            </a:r>
            <a:r>
              <a:rPr lang="en-US" altLang="zh-CN" dirty="0"/>
              <a:t>1</a:t>
            </a:r>
            <a:r>
              <a:rPr lang="zh-CN" altLang="en-US" dirty="0"/>
              <a:t>的大致流程可能是这样：</a:t>
            </a:r>
            <a:endParaRPr lang="en-US" altLang="zh-CN" dirty="0"/>
          </a:p>
          <a:p>
            <a:pPr marL="0" indent="0">
              <a:buNone/>
            </a:pPr>
            <a:endParaRPr lang="en-US" altLang="zh-CN" dirty="0"/>
          </a:p>
        </p:txBody>
      </p:sp>
      <p:sp>
        <p:nvSpPr>
          <p:cNvPr id="11" name="文本框 10"/>
          <p:cNvSpPr txBox="1"/>
          <p:nvPr/>
        </p:nvSpPr>
        <p:spPr>
          <a:xfrm>
            <a:off x="243838" y="6176963"/>
            <a:ext cx="7410995" cy="523220"/>
          </a:xfrm>
          <a:prstGeom prst="rect">
            <a:avLst/>
          </a:prstGeom>
          <a:noFill/>
        </p:spPr>
        <p:txBody>
          <a:bodyPr wrap="square" rtlCol="0">
            <a:spAutoFit/>
          </a:bodyPr>
          <a:lstStyle/>
          <a:p>
            <a:r>
              <a:rPr lang="en-US" altLang="zh-CN" sz="1400" dirty="0" err="1">
                <a:latin typeface="Times New Roman" panose="02020503050405090304" pitchFamily="18" charset="0"/>
                <a:ea typeface="楷体" panose="02010609060101010101" pitchFamily="49" charset="-122"/>
                <a:cs typeface="Times New Roman" panose="02020503050405090304" pitchFamily="18" charset="0"/>
              </a:rPr>
              <a:t>IJzerman</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 H., et al. (2018). The Human Penguin Project: Climate, Social Integration, and Core Body Temperature</a:t>
            </a:r>
            <a:r>
              <a:rPr lang="en-US" altLang="zh-CN" sz="1400" i="1" dirty="0">
                <a:latin typeface="Times New Roman" panose="02020503050405090304" pitchFamily="18" charset="0"/>
                <a:ea typeface="楷体" panose="02010609060101010101" pitchFamily="49" charset="-122"/>
                <a:cs typeface="Times New Roman" panose="02020503050405090304" pitchFamily="18" charset="0"/>
              </a:rPr>
              <a:t>. Collabra: Psychology, 4</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(1): 37. DOI: </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hlinkClick r:id="rId1"/>
              </a:rPr>
              <a:t>https://doi.org/10.1525/collabra.165</a:t>
            </a:r>
            <a:endParaRPr lang="zh-CN" altLang="en-US" sz="1400" dirty="0">
              <a:latin typeface="Times New Roman" panose="02020503050405090304" pitchFamily="18" charset="0"/>
              <a:ea typeface="楷体" panose="02010609060101010101" pitchFamily="49" charset="-122"/>
              <a:cs typeface="Times New Roman" panose="02020503050405090304" pitchFamily="18" charset="0"/>
            </a:endParaRPr>
          </a:p>
        </p:txBody>
      </p:sp>
      <p:sp>
        <p:nvSpPr>
          <p:cNvPr id="7" name="Title 6"/>
          <p:cNvSpPr>
            <a:spLocks noGrp="1"/>
          </p:cNvSpPr>
          <p:nvPr>
            <p:ph type="title"/>
          </p:nvPr>
        </p:nvSpPr>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1.1</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本课程中拟解决</a:t>
            </a:r>
            <a:r>
              <a:rPr lang="zh-CN" altLang="en-US" sz="3600" dirty="0">
                <a:latin typeface="华文楷体" panose="02010600040101010101" pitchFamily="2" charset="-122"/>
                <a:ea typeface="华文楷体" panose="02010600040101010101" pitchFamily="2" charset="-122"/>
              </a:rPr>
              <a:t>的数据分析问题</a:t>
            </a:r>
            <a:endParaRPr lang="en-US" sz="3600" dirty="0"/>
          </a:p>
        </p:txBody>
      </p:sp>
      <p:graphicFrame>
        <p:nvGraphicFramePr>
          <p:cNvPr id="2" name="图示 1"/>
          <p:cNvGraphicFramePr/>
          <p:nvPr/>
        </p:nvGraphicFramePr>
        <p:xfrm>
          <a:off x="1433484" y="3101307"/>
          <a:ext cx="9920316" cy="20205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上箭头标注 4"/>
          <p:cNvSpPr/>
          <p:nvPr/>
        </p:nvSpPr>
        <p:spPr>
          <a:xfrm>
            <a:off x="4962699" y="4689879"/>
            <a:ext cx="6683435" cy="1165796"/>
          </a:xfrm>
          <a:prstGeom prst="upArrow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Times New Roman" panose="02020503050405090304" pitchFamily="18" charset="0"/>
                <a:cs typeface="Times New Roman" panose="02020503050405090304" pitchFamily="18" charset="0"/>
              </a:rPr>
              <a:t>Conditional random forest</a:t>
            </a:r>
            <a:r>
              <a:rPr lang="zh-CN" altLang="en-US" sz="2400" b="1" dirty="0">
                <a:solidFill>
                  <a:schemeClr val="tx1"/>
                </a:solidFill>
                <a:latin typeface="Times New Roman" panose="02020503050405090304" pitchFamily="18" charset="0"/>
                <a:cs typeface="Times New Roman" panose="02020503050405090304" pitchFamily="18" charset="0"/>
              </a:rPr>
              <a:t> </a:t>
            </a:r>
            <a:r>
              <a:rPr lang="en-US" altLang="zh-CN" sz="2400" b="1" dirty="0">
                <a:solidFill>
                  <a:schemeClr val="tx1"/>
                </a:solidFill>
                <a:latin typeface="Times New Roman" panose="02020503050405090304" pitchFamily="18" charset="0"/>
                <a:cs typeface="Times New Roman" panose="02020503050405090304" pitchFamily="18" charset="0"/>
              </a:rPr>
              <a:t>&amp; Mediation analyses</a:t>
            </a:r>
            <a:endParaRPr lang="zh-CN" altLang="en-US" sz="2400" b="1" dirty="0">
              <a:solidFill>
                <a:schemeClr val="tx1"/>
              </a:solidFill>
              <a:latin typeface="Times New Roman" panose="02020503050405090304" pitchFamily="18" charset="0"/>
              <a:cs typeface="Times New Roman" panose="02020503050405090304" pitchFamily="18" charset="0"/>
            </a:endParaRPr>
          </a:p>
        </p:txBody>
      </p:sp>
      <p:sp>
        <p:nvSpPr>
          <p:cNvPr id="8" name="下箭头标注 7"/>
          <p:cNvSpPr/>
          <p:nvPr/>
        </p:nvSpPr>
        <p:spPr>
          <a:xfrm>
            <a:off x="2634917" y="2419003"/>
            <a:ext cx="7446632" cy="1155469"/>
          </a:xfrm>
          <a:prstGeom prst="downArrow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楷体" panose="02010609060101010101" pitchFamily="49" charset="-122"/>
                <a:ea typeface="楷体" panose="02010609060101010101" pitchFamily="49" charset="-122"/>
              </a:rPr>
              <a:t>问卷信度、平均值、标准差、频数分布和百分占比等</a:t>
            </a:r>
            <a:endParaRPr lang="zh-CN" altLang="en-US" sz="2400" b="1" dirty="0">
              <a:solidFill>
                <a:schemeClr val="tx1"/>
              </a:solidFill>
              <a:latin typeface="楷体" panose="02010609060101010101" pitchFamily="49" charset="-122"/>
              <a:ea typeface="楷体"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dirty="0"/>
              <a:t>问题二</a:t>
            </a:r>
            <a:endParaRPr lang="en-US" altLang="zh-CN" dirty="0"/>
          </a:p>
          <a:p>
            <a:pPr marL="0" indent="0">
              <a:buNone/>
            </a:pPr>
            <a:endParaRPr lang="zh-CN" altLang="en-US" dirty="0"/>
          </a:p>
        </p:txBody>
      </p:sp>
      <p:sp>
        <p:nvSpPr>
          <p:cNvPr id="7" name="Title 6"/>
          <p:cNvSpPr>
            <a:spLocks noGrp="1"/>
          </p:cNvSpPr>
          <p:nvPr>
            <p:ph type="title"/>
          </p:nvPr>
        </p:nvSpPr>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1.1</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本课程中拟解决</a:t>
            </a:r>
            <a:r>
              <a:rPr lang="zh-CN" altLang="en-US" sz="3600" dirty="0">
                <a:latin typeface="华文楷体" panose="02010600040101010101" pitchFamily="2" charset="-122"/>
                <a:ea typeface="华文楷体" panose="02010600040101010101" pitchFamily="2" charset="-122"/>
              </a:rPr>
              <a:t>的数据分析问题</a:t>
            </a:r>
            <a:endParaRPr lang="en-US" sz="3600" dirty="0"/>
          </a:p>
        </p:txBody>
      </p:sp>
      <p:sp>
        <p:nvSpPr>
          <p:cNvPr id="9" name="文本框 8"/>
          <p:cNvSpPr txBox="1"/>
          <p:nvPr/>
        </p:nvSpPr>
        <p:spPr>
          <a:xfrm>
            <a:off x="2689365" y="2039711"/>
            <a:ext cx="7376160" cy="1200329"/>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数据：</a:t>
            </a:r>
            <a:endParaRPr lang="en-US" altLang="zh-CN" sz="2400" dirty="0">
              <a:latin typeface="楷体" panose="02010609060101010101" pitchFamily="49" charset="-122"/>
              <a:ea typeface="楷体" panose="02010609060101010101" pitchFamily="49" charset="-122"/>
            </a:endParaRPr>
          </a:p>
          <a:p>
            <a:endParaRPr lang="en-US" altLang="zh-CN" sz="2400" dirty="0">
              <a:latin typeface="楷体" panose="02010609060101010101" pitchFamily="49" charset="-122"/>
              <a:ea typeface="楷体" panose="02010609060101010101" pitchFamily="49" charset="-122"/>
            </a:endParaRPr>
          </a:p>
          <a:p>
            <a:endParaRPr lang="en-US" altLang="zh-CN" sz="2400" dirty="0">
              <a:latin typeface="楷体" panose="02010609060101010101" pitchFamily="49" charset="-122"/>
              <a:ea typeface="楷体" panose="02010609060101010101" pitchFamily="49" charset="-122"/>
            </a:endParaRPr>
          </a:p>
        </p:txBody>
      </p:sp>
      <p:pic>
        <p:nvPicPr>
          <p:cNvPr id="10" name="图片 9"/>
          <p:cNvPicPr>
            <a:picLocks noChangeAspect="1"/>
          </p:cNvPicPr>
          <p:nvPr/>
        </p:nvPicPr>
        <p:blipFill rotWithShape="1">
          <a:blip r:embed="rId1"/>
          <a:srcRect b="22712"/>
          <a:stretch>
            <a:fillRect/>
          </a:stretch>
        </p:blipFill>
        <p:spPr>
          <a:xfrm>
            <a:off x="2307773" y="1825625"/>
            <a:ext cx="8203473" cy="1295538"/>
          </a:xfrm>
          <a:prstGeom prst="rect">
            <a:avLst/>
          </a:prstGeom>
        </p:spPr>
      </p:pic>
      <p:sp>
        <p:nvSpPr>
          <p:cNvPr id="13" name="文本框 12"/>
          <p:cNvSpPr txBox="1"/>
          <p:nvPr/>
        </p:nvSpPr>
        <p:spPr>
          <a:xfrm>
            <a:off x="243838" y="6176963"/>
            <a:ext cx="7410995" cy="523220"/>
          </a:xfrm>
          <a:prstGeom prst="rect">
            <a:avLst/>
          </a:prstGeom>
          <a:noFill/>
        </p:spPr>
        <p:txBody>
          <a:bodyPr wrap="square" rtlCol="0">
            <a:spAutoFit/>
          </a:bodyPr>
          <a:lstStyle/>
          <a:p>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Hu, C.-P., et al. (2020). Good Me Bad Me: Prioritization of the Good-Self During Perceptual Decision-Making. </a:t>
            </a:r>
            <a:r>
              <a:rPr lang="en-US" altLang="zh-CN" sz="1400" i="1" dirty="0">
                <a:latin typeface="Times New Roman" panose="02020503050405090304" pitchFamily="18" charset="0"/>
                <a:ea typeface="楷体" panose="02010609060101010101" pitchFamily="49" charset="-122"/>
                <a:cs typeface="Times New Roman" panose="02020503050405090304" pitchFamily="18" charset="0"/>
              </a:rPr>
              <a:t>Collabra: Psychology, 6</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(1): 20. DOI: </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hlinkClick r:id="rId2"/>
              </a:rPr>
              <a:t>https://doi.org/10.1525/collabra.301</a:t>
            </a:r>
            <a:endParaRPr lang="zh-CN" altLang="en-US" sz="1400" dirty="0">
              <a:latin typeface="Times New Roman" panose="02020503050405090304" pitchFamily="18" charset="0"/>
              <a:ea typeface="楷体" panose="02010609060101010101" pitchFamily="49" charset="-122"/>
              <a:cs typeface="Times New Roman" panose="0202050305040509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1.1</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本课程中拟解决</a:t>
            </a:r>
            <a:r>
              <a:rPr lang="zh-CN" altLang="en-US" sz="3600" dirty="0">
                <a:latin typeface="华文楷体" panose="02010600040101010101" pitchFamily="2" charset="-122"/>
                <a:ea typeface="华文楷体" panose="02010600040101010101" pitchFamily="2" charset="-122"/>
              </a:rPr>
              <a:t>的数据分析问题</a:t>
            </a:r>
            <a:endParaRPr lang="zh-CN" altLang="en-US" sz="3600" dirty="0">
              <a:latin typeface="楷体" panose="02010609060101010101" pitchFamily="49" charset="-122"/>
              <a:ea typeface="楷体" panose="02010609060101010101" pitchFamily="49" charset="-122"/>
            </a:endParaRPr>
          </a:p>
        </p:txBody>
      </p:sp>
      <p:sp>
        <p:nvSpPr>
          <p:cNvPr id="6" name="内容占位符 5"/>
          <p:cNvSpPr>
            <a:spLocks noGrp="1"/>
          </p:cNvSpPr>
          <p:nvPr>
            <p:ph idx="1"/>
          </p:nvPr>
        </p:nvSpPr>
        <p:spPr>
          <a:xfrm>
            <a:off x="837215" y="1825625"/>
            <a:ext cx="3998422" cy="4351338"/>
          </a:xfrm>
        </p:spPr>
        <p:txBody>
          <a:bodyPr/>
          <a:lstStyle/>
          <a:p>
            <a:pPr marL="0" indent="0">
              <a:buNone/>
            </a:pPr>
            <a:r>
              <a:rPr lang="zh-CN" altLang="en-US" dirty="0"/>
              <a:t>问题二</a:t>
            </a:r>
            <a:endParaRPr lang="en-US" altLang="zh-CN" dirty="0"/>
          </a:p>
          <a:p>
            <a:pPr marL="0" indent="0">
              <a:buNone/>
            </a:pPr>
            <a:endParaRPr lang="en-US" altLang="zh-CN" dirty="0"/>
          </a:p>
        </p:txBody>
      </p:sp>
      <p:sp>
        <p:nvSpPr>
          <p:cNvPr id="11" name="文本框 10"/>
          <p:cNvSpPr txBox="1"/>
          <p:nvPr/>
        </p:nvSpPr>
        <p:spPr>
          <a:xfrm>
            <a:off x="243838" y="6176963"/>
            <a:ext cx="7410995" cy="523220"/>
          </a:xfrm>
          <a:prstGeom prst="rect">
            <a:avLst/>
          </a:prstGeom>
          <a:noFill/>
        </p:spPr>
        <p:txBody>
          <a:bodyPr wrap="square" rtlCol="0">
            <a:spAutoFit/>
          </a:bodyPr>
          <a:lstStyle/>
          <a:p>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Hu, C.-P., et al. (2020). Good Me Bad Me: Prioritization of the Good-Self During Perceptual Decision-Making. </a:t>
            </a:r>
            <a:r>
              <a:rPr lang="en-US" altLang="zh-CN" sz="1400" i="1" dirty="0">
                <a:latin typeface="Times New Roman" panose="02020503050405090304" pitchFamily="18" charset="0"/>
                <a:ea typeface="楷体" panose="02010609060101010101" pitchFamily="49" charset="-122"/>
                <a:cs typeface="Times New Roman" panose="02020503050405090304" pitchFamily="18" charset="0"/>
              </a:rPr>
              <a:t>Collabra: Psychology, 6</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(1): 20. DOI: </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hlinkClick r:id="rId1"/>
              </a:rPr>
              <a:t>https://doi.org/10.1525/collabra.301</a:t>
            </a:r>
            <a:endParaRPr lang="zh-CN" altLang="en-US" sz="1400" dirty="0">
              <a:latin typeface="Times New Roman" panose="02020503050405090304" pitchFamily="18" charset="0"/>
              <a:ea typeface="楷体" panose="02010609060101010101" pitchFamily="49" charset="-122"/>
              <a:cs typeface="Times New Roman" panose="02020503050405090304" pitchFamily="18" charset="0"/>
            </a:endParaRPr>
          </a:p>
        </p:txBody>
      </p:sp>
      <p:pic>
        <p:nvPicPr>
          <p:cNvPr id="7" name="Picture 2" descr="https://scholardata.cdn.ivysci.com/202302272343/5b8003bf8c360f12a26e4973fda439ad/pdf_figures/692d6e9471570459c8f67a8710e424b2/figures/3-FIGURE1-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2042" y="1217897"/>
            <a:ext cx="7271790" cy="49426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dirty="0"/>
              <a:t>问题二</a:t>
            </a:r>
            <a:endParaRPr lang="en-US" altLang="zh-CN" dirty="0"/>
          </a:p>
          <a:p>
            <a:pPr marL="0" indent="0">
              <a:buNone/>
            </a:pPr>
            <a:endParaRPr lang="zh-CN" altLang="en-US" dirty="0"/>
          </a:p>
        </p:txBody>
      </p:sp>
      <p:sp>
        <p:nvSpPr>
          <p:cNvPr id="7" name="Title 6"/>
          <p:cNvSpPr>
            <a:spLocks noGrp="1"/>
          </p:cNvSpPr>
          <p:nvPr>
            <p:ph type="title"/>
          </p:nvPr>
        </p:nvSpPr>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1.1</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本课程中拟解决</a:t>
            </a:r>
            <a:r>
              <a:rPr lang="zh-CN" altLang="en-US" sz="3600" dirty="0">
                <a:latin typeface="华文楷体" panose="02010600040101010101" pitchFamily="2" charset="-122"/>
                <a:ea typeface="华文楷体" panose="02010600040101010101" pitchFamily="2" charset="-122"/>
              </a:rPr>
              <a:t>的数据分析问题</a:t>
            </a:r>
            <a:endParaRPr lang="en-US" sz="3600" dirty="0"/>
          </a:p>
        </p:txBody>
      </p:sp>
      <p:sp>
        <p:nvSpPr>
          <p:cNvPr id="9" name="文本框 8"/>
          <p:cNvSpPr txBox="1"/>
          <p:nvPr/>
        </p:nvSpPr>
        <p:spPr>
          <a:xfrm>
            <a:off x="2689365" y="2039711"/>
            <a:ext cx="7376160" cy="1200329"/>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数据：</a:t>
            </a:r>
            <a:endParaRPr lang="en-US" altLang="zh-CN" sz="2400" dirty="0">
              <a:latin typeface="楷体" panose="02010609060101010101" pitchFamily="49" charset="-122"/>
              <a:ea typeface="楷体" panose="02010609060101010101" pitchFamily="49" charset="-122"/>
            </a:endParaRPr>
          </a:p>
          <a:p>
            <a:endParaRPr lang="en-US" altLang="zh-CN" sz="2400" dirty="0">
              <a:latin typeface="楷体" panose="02010609060101010101" pitchFamily="49" charset="-122"/>
              <a:ea typeface="楷体" panose="02010609060101010101" pitchFamily="49" charset="-122"/>
            </a:endParaRPr>
          </a:p>
          <a:p>
            <a:endParaRPr lang="en-US" altLang="zh-CN" sz="2400" dirty="0">
              <a:latin typeface="楷体" panose="02010609060101010101" pitchFamily="49" charset="-122"/>
              <a:ea typeface="楷体" panose="02010609060101010101" pitchFamily="49" charset="-122"/>
            </a:endParaRPr>
          </a:p>
        </p:txBody>
      </p:sp>
      <p:pic>
        <p:nvPicPr>
          <p:cNvPr id="10" name="图片 9"/>
          <p:cNvPicPr>
            <a:picLocks noChangeAspect="1"/>
          </p:cNvPicPr>
          <p:nvPr/>
        </p:nvPicPr>
        <p:blipFill>
          <a:blip r:embed="rId1"/>
          <a:stretch>
            <a:fillRect/>
          </a:stretch>
        </p:blipFill>
        <p:spPr>
          <a:xfrm>
            <a:off x="2689365" y="2693412"/>
            <a:ext cx="8182340" cy="3134528"/>
          </a:xfrm>
          <a:prstGeom prst="rect">
            <a:avLst/>
          </a:prstGeom>
        </p:spPr>
      </p:pic>
      <p:sp>
        <p:nvSpPr>
          <p:cNvPr id="8" name="文本框 7"/>
          <p:cNvSpPr txBox="1"/>
          <p:nvPr/>
        </p:nvSpPr>
        <p:spPr>
          <a:xfrm>
            <a:off x="243838" y="6176963"/>
            <a:ext cx="7410995" cy="523220"/>
          </a:xfrm>
          <a:prstGeom prst="rect">
            <a:avLst/>
          </a:prstGeom>
          <a:noFill/>
        </p:spPr>
        <p:txBody>
          <a:bodyPr wrap="square" rtlCol="0">
            <a:spAutoFit/>
          </a:bodyPr>
          <a:lstStyle/>
          <a:p>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Hu, C.-P., et al. (2020). Good Me Bad Me: Prioritization of the Good-Self During Perceptual Decision-Making. </a:t>
            </a:r>
            <a:r>
              <a:rPr lang="en-US" altLang="zh-CN" sz="1400" i="1" dirty="0">
                <a:latin typeface="Times New Roman" panose="02020503050405090304" pitchFamily="18" charset="0"/>
                <a:ea typeface="楷体" panose="02010609060101010101" pitchFamily="49" charset="-122"/>
                <a:cs typeface="Times New Roman" panose="02020503050405090304" pitchFamily="18" charset="0"/>
              </a:rPr>
              <a:t>Collabra: Psychology, 6</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(1): 20. DOI: </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hlinkClick r:id="rId2"/>
              </a:rPr>
              <a:t>https://doi.org/10.1525/collabra.301</a:t>
            </a:r>
            <a:endParaRPr lang="zh-CN" altLang="en-US" sz="1400" dirty="0">
              <a:latin typeface="Times New Roman" panose="02020503050405090304" pitchFamily="18" charset="0"/>
              <a:ea typeface="楷体" panose="02010609060101010101" pitchFamily="49" charset="-122"/>
              <a:cs typeface="Times New Roman" panose="0202050305040509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dirty="0"/>
              <a:t>问题二</a:t>
            </a:r>
            <a:endParaRPr lang="en-US" altLang="zh-CN" dirty="0"/>
          </a:p>
          <a:p>
            <a:pPr marL="0" indent="0">
              <a:buNone/>
            </a:pPr>
            <a:endParaRPr lang="zh-CN" altLang="en-US" dirty="0"/>
          </a:p>
        </p:txBody>
      </p:sp>
      <p:sp>
        <p:nvSpPr>
          <p:cNvPr id="7" name="Title 6"/>
          <p:cNvSpPr>
            <a:spLocks noGrp="1"/>
          </p:cNvSpPr>
          <p:nvPr>
            <p:ph type="title"/>
          </p:nvPr>
        </p:nvSpPr>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1.1</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本课程中拟解决</a:t>
            </a:r>
            <a:r>
              <a:rPr lang="zh-CN" altLang="en-US" sz="3600" dirty="0">
                <a:latin typeface="华文楷体" panose="02010600040101010101" pitchFamily="2" charset="-122"/>
                <a:ea typeface="华文楷体" panose="02010600040101010101" pitchFamily="2" charset="-122"/>
              </a:rPr>
              <a:t>的数据分析问题</a:t>
            </a:r>
            <a:endParaRPr lang="en-US" sz="3600" dirty="0"/>
          </a:p>
        </p:txBody>
      </p:sp>
      <p:sp>
        <p:nvSpPr>
          <p:cNvPr id="9" name="文本框 8"/>
          <p:cNvSpPr txBox="1"/>
          <p:nvPr/>
        </p:nvSpPr>
        <p:spPr>
          <a:xfrm>
            <a:off x="2689365" y="2039711"/>
            <a:ext cx="7376160" cy="1200329"/>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数据：</a:t>
            </a:r>
            <a:endParaRPr lang="en-US" altLang="zh-CN" sz="2400" dirty="0">
              <a:latin typeface="楷体" panose="02010609060101010101" pitchFamily="49" charset="-122"/>
              <a:ea typeface="楷体" panose="02010609060101010101" pitchFamily="49" charset="-122"/>
            </a:endParaRPr>
          </a:p>
          <a:p>
            <a:endParaRPr lang="en-US" altLang="zh-CN" sz="2400" dirty="0">
              <a:latin typeface="楷体" panose="02010609060101010101" pitchFamily="49" charset="-122"/>
              <a:ea typeface="楷体" panose="02010609060101010101" pitchFamily="49" charset="-122"/>
            </a:endParaRPr>
          </a:p>
          <a:p>
            <a:endParaRPr lang="en-US" altLang="zh-CN" sz="2400" dirty="0">
              <a:latin typeface="楷体" panose="02010609060101010101" pitchFamily="49" charset="-122"/>
              <a:ea typeface="楷体" panose="02010609060101010101" pitchFamily="49" charset="-122"/>
            </a:endParaRPr>
          </a:p>
        </p:txBody>
      </p:sp>
      <p:pic>
        <p:nvPicPr>
          <p:cNvPr id="8" name="图片 7"/>
          <p:cNvPicPr>
            <a:picLocks noChangeAspect="1"/>
          </p:cNvPicPr>
          <p:nvPr/>
        </p:nvPicPr>
        <p:blipFill rotWithShape="1">
          <a:blip r:embed="rId1"/>
          <a:srcRect l="1018" b="19279"/>
          <a:stretch>
            <a:fillRect/>
          </a:stretch>
        </p:blipFill>
        <p:spPr>
          <a:xfrm>
            <a:off x="2699450" y="2639875"/>
            <a:ext cx="5930265" cy="3136985"/>
          </a:xfrm>
          <a:prstGeom prst="rect">
            <a:avLst/>
          </a:prstGeom>
        </p:spPr>
      </p:pic>
      <p:sp>
        <p:nvSpPr>
          <p:cNvPr id="10" name="文本框 9"/>
          <p:cNvSpPr txBox="1"/>
          <p:nvPr/>
        </p:nvSpPr>
        <p:spPr>
          <a:xfrm>
            <a:off x="243838" y="6176963"/>
            <a:ext cx="7410995" cy="523220"/>
          </a:xfrm>
          <a:prstGeom prst="rect">
            <a:avLst/>
          </a:prstGeom>
          <a:noFill/>
        </p:spPr>
        <p:txBody>
          <a:bodyPr wrap="square" rtlCol="0">
            <a:spAutoFit/>
          </a:bodyPr>
          <a:lstStyle/>
          <a:p>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Hu, C.-P., et al. (2020). Good Me Bad Me: Prioritization of the Good-Self During Perceptual Decision-Making. </a:t>
            </a:r>
            <a:r>
              <a:rPr lang="en-US" altLang="zh-CN" sz="1400" i="1" dirty="0">
                <a:latin typeface="Times New Roman" panose="02020503050405090304" pitchFamily="18" charset="0"/>
                <a:ea typeface="楷体" panose="02010609060101010101" pitchFamily="49" charset="-122"/>
                <a:cs typeface="Times New Roman" panose="02020503050405090304" pitchFamily="18" charset="0"/>
              </a:rPr>
              <a:t>Collabra: Psychology, 6</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(1): 20. DOI: </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hlinkClick r:id="rId2"/>
              </a:rPr>
              <a:t>https://doi.org/10.1525/collabra.301</a:t>
            </a:r>
            <a:endParaRPr lang="zh-CN" altLang="en-US" sz="1400" dirty="0">
              <a:latin typeface="Times New Roman" panose="02020503050405090304" pitchFamily="18" charset="0"/>
              <a:ea typeface="楷体" panose="02010609060101010101" pitchFamily="49" charset="-122"/>
              <a:cs typeface="Times New Roman" panose="0202050305040509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1.1</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本课程中拟解决</a:t>
            </a:r>
            <a:r>
              <a:rPr lang="zh-CN" altLang="en-US" sz="3600" dirty="0">
                <a:latin typeface="华文楷体" panose="02010600040101010101" pitchFamily="2" charset="-122"/>
                <a:ea typeface="华文楷体" panose="02010600040101010101" pitchFamily="2" charset="-122"/>
              </a:rPr>
              <a:t>的数据分析问题</a:t>
            </a:r>
            <a:endParaRPr lang="zh-CN" altLang="en-US" sz="3600" dirty="0">
              <a:latin typeface="楷体" panose="02010609060101010101" pitchFamily="49" charset="-122"/>
              <a:ea typeface="楷体" panose="02010609060101010101" pitchFamily="49" charset="-122"/>
            </a:endParaRPr>
          </a:p>
        </p:txBody>
      </p:sp>
      <p:sp>
        <p:nvSpPr>
          <p:cNvPr id="6" name="内容占位符 5"/>
          <p:cNvSpPr>
            <a:spLocks noGrp="1"/>
          </p:cNvSpPr>
          <p:nvPr>
            <p:ph idx="1"/>
          </p:nvPr>
        </p:nvSpPr>
        <p:spPr>
          <a:xfrm>
            <a:off x="837215" y="1825625"/>
            <a:ext cx="3998422" cy="4351338"/>
          </a:xfrm>
        </p:spPr>
        <p:txBody>
          <a:bodyPr/>
          <a:lstStyle/>
          <a:p>
            <a:pPr marL="0" indent="0">
              <a:buNone/>
            </a:pPr>
            <a:r>
              <a:rPr lang="zh-CN" altLang="en-US" dirty="0"/>
              <a:t>问题二</a:t>
            </a:r>
            <a:endParaRPr lang="en-US" altLang="zh-CN" dirty="0"/>
          </a:p>
          <a:p>
            <a:pPr marL="0" indent="0">
              <a:buNone/>
            </a:pPr>
            <a:endParaRPr lang="en-US" altLang="zh-CN" dirty="0"/>
          </a:p>
        </p:txBody>
      </p:sp>
      <p:sp>
        <p:nvSpPr>
          <p:cNvPr id="11" name="文本框 10"/>
          <p:cNvSpPr txBox="1"/>
          <p:nvPr/>
        </p:nvSpPr>
        <p:spPr>
          <a:xfrm>
            <a:off x="243838" y="6176963"/>
            <a:ext cx="7410995" cy="523220"/>
          </a:xfrm>
          <a:prstGeom prst="rect">
            <a:avLst/>
          </a:prstGeom>
          <a:noFill/>
        </p:spPr>
        <p:txBody>
          <a:bodyPr wrap="square" rtlCol="0">
            <a:spAutoFit/>
          </a:bodyPr>
          <a:lstStyle/>
          <a:p>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Hu, C.-P., et al. (2020). Good Me Bad Me: Prioritization of the Good-Self During Perceptual Decision-Making. </a:t>
            </a:r>
            <a:r>
              <a:rPr lang="en-US" altLang="zh-CN" sz="1400" i="1" dirty="0">
                <a:latin typeface="Times New Roman" panose="02020503050405090304" pitchFamily="18" charset="0"/>
                <a:ea typeface="楷体" panose="02010609060101010101" pitchFamily="49" charset="-122"/>
                <a:cs typeface="Times New Roman" panose="02020503050405090304" pitchFamily="18" charset="0"/>
              </a:rPr>
              <a:t>Collabra: Psychology, 6</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(1): 20. DOI: </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hlinkClick r:id="rId1"/>
              </a:rPr>
              <a:t>https://doi.org/10.1525/collabra.301</a:t>
            </a:r>
            <a:endParaRPr lang="zh-CN" altLang="en-US" sz="1400" dirty="0">
              <a:latin typeface="Times New Roman" panose="02020503050405090304" pitchFamily="18" charset="0"/>
              <a:ea typeface="楷体" panose="02010609060101010101" pitchFamily="49" charset="-122"/>
              <a:cs typeface="Times New Roman" panose="02020503050405090304" pitchFamily="18" charset="0"/>
            </a:endParaRPr>
          </a:p>
        </p:txBody>
      </p:sp>
      <p:pic>
        <p:nvPicPr>
          <p:cNvPr id="6146" name="Picture 2" descr="https://scholardata.cdn.ivysci.com/202302272343/c9ee88617d0a8ab1a7fccacca7fa281c/pdf_figures/692d6e9471570459c8f67a8710e424b2/figures/7-FIGURE3-1.png"/>
          <p:cNvPicPr>
            <a:picLocks noChangeAspect="1" noChangeArrowheads="1"/>
          </p:cNvPicPr>
          <p:nvPr/>
        </p:nvPicPr>
        <p:blipFill rotWithShape="1">
          <a:blip r:embed="rId2">
            <a:extLst>
              <a:ext uri="{28A0092B-C50C-407E-A947-70E740481C1C}">
                <a14:useLocalDpi xmlns:a14="http://schemas.microsoft.com/office/drawing/2010/main" val="0"/>
              </a:ext>
            </a:extLst>
          </a:blip>
          <a:srcRect l="4276" t="3071" r="4626" b="66290"/>
          <a:stretch>
            <a:fillRect/>
          </a:stretch>
        </p:blipFill>
        <p:spPr bwMode="auto">
          <a:xfrm>
            <a:off x="2873516" y="1872268"/>
            <a:ext cx="6444968" cy="4123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1.1</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本课程中拟解决</a:t>
            </a:r>
            <a:r>
              <a:rPr lang="zh-CN" altLang="en-US" sz="3600" dirty="0">
                <a:latin typeface="华文楷体" panose="02010600040101010101" pitchFamily="2" charset="-122"/>
                <a:ea typeface="华文楷体" panose="02010600040101010101" pitchFamily="2" charset="-122"/>
              </a:rPr>
              <a:t>的数据分析问题</a:t>
            </a:r>
            <a:endParaRPr lang="zh-CN" altLang="en-US" sz="3600" dirty="0">
              <a:latin typeface="楷体" panose="02010609060101010101" pitchFamily="49" charset="-122"/>
              <a:ea typeface="楷体" panose="02010609060101010101" pitchFamily="49" charset="-122"/>
            </a:endParaRPr>
          </a:p>
        </p:txBody>
      </p:sp>
      <p:sp>
        <p:nvSpPr>
          <p:cNvPr id="6" name="内容占位符 5"/>
          <p:cNvSpPr>
            <a:spLocks noGrp="1"/>
          </p:cNvSpPr>
          <p:nvPr>
            <p:ph idx="1"/>
          </p:nvPr>
        </p:nvSpPr>
        <p:spPr>
          <a:xfrm>
            <a:off x="837215" y="1825625"/>
            <a:ext cx="3998422" cy="4351338"/>
          </a:xfrm>
        </p:spPr>
        <p:txBody>
          <a:bodyPr/>
          <a:lstStyle/>
          <a:p>
            <a:pPr marL="0" indent="0">
              <a:buNone/>
            </a:pPr>
            <a:r>
              <a:rPr lang="zh-CN" altLang="en-US" dirty="0"/>
              <a:t>问题二</a:t>
            </a:r>
            <a:endParaRPr lang="en-US" altLang="zh-CN" dirty="0"/>
          </a:p>
          <a:p>
            <a:pPr marL="0" indent="0">
              <a:buNone/>
            </a:pPr>
            <a:endParaRPr lang="en-US" altLang="zh-CN" dirty="0"/>
          </a:p>
        </p:txBody>
      </p:sp>
      <p:sp>
        <p:nvSpPr>
          <p:cNvPr id="11" name="文本框 10"/>
          <p:cNvSpPr txBox="1"/>
          <p:nvPr/>
        </p:nvSpPr>
        <p:spPr>
          <a:xfrm>
            <a:off x="243838" y="6176963"/>
            <a:ext cx="7410995" cy="523220"/>
          </a:xfrm>
          <a:prstGeom prst="rect">
            <a:avLst/>
          </a:prstGeom>
          <a:noFill/>
        </p:spPr>
        <p:txBody>
          <a:bodyPr wrap="square" rtlCol="0">
            <a:spAutoFit/>
          </a:bodyPr>
          <a:lstStyle/>
          <a:p>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Hu, C.-P., et al. (2020). Good Me Bad Me: Prioritization of the Good-Self During Perceptual Decision-Making. </a:t>
            </a:r>
            <a:r>
              <a:rPr lang="en-US" altLang="zh-CN" sz="1400" i="1" dirty="0">
                <a:latin typeface="Times New Roman" panose="02020503050405090304" pitchFamily="18" charset="0"/>
                <a:ea typeface="楷体" panose="02010609060101010101" pitchFamily="49" charset="-122"/>
                <a:cs typeface="Times New Roman" panose="02020503050405090304" pitchFamily="18" charset="0"/>
              </a:rPr>
              <a:t>Collabra: Psychology, 6</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(1): 20. DOI: </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hlinkClick r:id="rId1"/>
              </a:rPr>
              <a:t>https://doi.org/10.1525/collabra.301</a:t>
            </a:r>
            <a:endParaRPr lang="zh-CN" altLang="en-US" sz="1400" dirty="0">
              <a:latin typeface="Times New Roman" panose="02020503050405090304" pitchFamily="18" charset="0"/>
              <a:ea typeface="楷体" panose="02010609060101010101" pitchFamily="49" charset="-122"/>
              <a:cs typeface="Times New Roman" panose="02020503050405090304" pitchFamily="18" charset="0"/>
            </a:endParaRPr>
          </a:p>
        </p:txBody>
      </p:sp>
      <p:pic>
        <p:nvPicPr>
          <p:cNvPr id="6146" name="Picture 2" descr="https://scholardata.cdn.ivysci.com/202302272343/c9ee88617d0a8ab1a7fccacca7fa281c/pdf_figures/692d6e9471570459c8f67a8710e424b2/figures/7-FIGURE3-1.png"/>
          <p:cNvPicPr>
            <a:picLocks noChangeAspect="1" noChangeArrowheads="1"/>
          </p:cNvPicPr>
          <p:nvPr/>
        </p:nvPicPr>
        <p:blipFill rotWithShape="1">
          <a:blip r:embed="rId2">
            <a:extLst>
              <a:ext uri="{28A0092B-C50C-407E-A947-70E740481C1C}">
                <a14:useLocalDpi xmlns:a14="http://schemas.microsoft.com/office/drawing/2010/main" val="0"/>
              </a:ext>
            </a:extLst>
          </a:blip>
          <a:srcRect l="3834" t="33556" r="4454" b="35647"/>
          <a:stretch>
            <a:fillRect/>
          </a:stretch>
        </p:blipFill>
        <p:spPr bwMode="auto">
          <a:xfrm>
            <a:off x="2836426" y="1825625"/>
            <a:ext cx="6444000" cy="41161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1.1</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本课程中拟解决</a:t>
            </a:r>
            <a:r>
              <a:rPr lang="zh-CN" altLang="en-US" sz="3600" dirty="0">
                <a:latin typeface="华文楷体" panose="02010600040101010101" pitchFamily="2" charset="-122"/>
                <a:ea typeface="华文楷体" panose="02010600040101010101" pitchFamily="2" charset="-122"/>
              </a:rPr>
              <a:t>的数据分析问题</a:t>
            </a:r>
            <a:endParaRPr lang="zh-CN" altLang="en-US" sz="3600" dirty="0">
              <a:latin typeface="楷体" panose="02010609060101010101" pitchFamily="49" charset="-122"/>
              <a:ea typeface="楷体" panose="02010609060101010101" pitchFamily="49" charset="-122"/>
            </a:endParaRPr>
          </a:p>
        </p:txBody>
      </p:sp>
      <p:sp>
        <p:nvSpPr>
          <p:cNvPr id="6" name="内容占位符 5"/>
          <p:cNvSpPr>
            <a:spLocks noGrp="1"/>
          </p:cNvSpPr>
          <p:nvPr>
            <p:ph idx="1"/>
          </p:nvPr>
        </p:nvSpPr>
        <p:spPr>
          <a:xfrm>
            <a:off x="837215" y="1825625"/>
            <a:ext cx="3998422" cy="4351338"/>
          </a:xfrm>
        </p:spPr>
        <p:txBody>
          <a:bodyPr/>
          <a:lstStyle/>
          <a:p>
            <a:pPr marL="0" indent="0">
              <a:buNone/>
            </a:pPr>
            <a:r>
              <a:rPr lang="zh-CN" altLang="en-US" dirty="0"/>
              <a:t>问题二</a:t>
            </a:r>
            <a:endParaRPr lang="en-US" altLang="zh-CN" dirty="0"/>
          </a:p>
          <a:p>
            <a:pPr marL="0" indent="0">
              <a:buNone/>
            </a:pPr>
            <a:endParaRPr lang="en-US" altLang="zh-CN" dirty="0"/>
          </a:p>
        </p:txBody>
      </p:sp>
      <p:sp>
        <p:nvSpPr>
          <p:cNvPr id="11" name="文本框 10"/>
          <p:cNvSpPr txBox="1"/>
          <p:nvPr/>
        </p:nvSpPr>
        <p:spPr>
          <a:xfrm>
            <a:off x="243838" y="6176963"/>
            <a:ext cx="7410995" cy="523220"/>
          </a:xfrm>
          <a:prstGeom prst="rect">
            <a:avLst/>
          </a:prstGeom>
          <a:noFill/>
        </p:spPr>
        <p:txBody>
          <a:bodyPr wrap="square" rtlCol="0">
            <a:spAutoFit/>
          </a:bodyPr>
          <a:lstStyle/>
          <a:p>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Hu, C.-P., et al. (2020). Good Me Bad Me: Prioritization of the Good-Self During Perceptual Decision-Making. </a:t>
            </a:r>
            <a:r>
              <a:rPr lang="en-US" altLang="zh-CN" sz="1400" i="1" dirty="0">
                <a:latin typeface="Times New Roman" panose="02020503050405090304" pitchFamily="18" charset="0"/>
                <a:ea typeface="楷体" panose="02010609060101010101" pitchFamily="49" charset="-122"/>
                <a:cs typeface="Times New Roman" panose="02020503050405090304" pitchFamily="18" charset="0"/>
              </a:rPr>
              <a:t>Collabra: Psychology, 6</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(1): 20. DOI: </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hlinkClick r:id="rId1"/>
              </a:rPr>
              <a:t>https://doi.org/10.1525/collabra.301</a:t>
            </a:r>
            <a:endParaRPr lang="zh-CN" altLang="en-US" sz="1400" dirty="0">
              <a:latin typeface="Times New Roman" panose="02020503050405090304" pitchFamily="18" charset="0"/>
              <a:ea typeface="楷体" panose="02010609060101010101" pitchFamily="49" charset="-122"/>
              <a:cs typeface="Times New Roman" panose="02020503050405090304" pitchFamily="18" charset="0"/>
            </a:endParaRPr>
          </a:p>
        </p:txBody>
      </p:sp>
      <p:pic>
        <p:nvPicPr>
          <p:cNvPr id="6146" name="Picture 2" descr="https://scholardata.cdn.ivysci.com/202302272343/c9ee88617d0a8ab1a7fccacca7fa281c/pdf_figures/692d6e9471570459c8f67a8710e424b2/figures/7-FIGURE3-1.png"/>
          <p:cNvPicPr>
            <a:picLocks noChangeAspect="1" noChangeArrowheads="1"/>
          </p:cNvPicPr>
          <p:nvPr/>
        </p:nvPicPr>
        <p:blipFill rotWithShape="1">
          <a:blip r:embed="rId2">
            <a:extLst>
              <a:ext uri="{28A0092B-C50C-407E-A947-70E740481C1C}">
                <a14:useLocalDpi xmlns:a14="http://schemas.microsoft.com/office/drawing/2010/main" val="0"/>
              </a:ext>
            </a:extLst>
          </a:blip>
          <a:srcRect l="4128" t="65141" r="4773" b="3757"/>
          <a:stretch>
            <a:fillRect/>
          </a:stretch>
        </p:blipFill>
        <p:spPr bwMode="auto">
          <a:xfrm>
            <a:off x="2874000" y="1825625"/>
            <a:ext cx="6444000" cy="41849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1.1</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本课程中拟解决</a:t>
            </a:r>
            <a:r>
              <a:rPr lang="zh-CN" altLang="en-US" sz="3600" dirty="0">
                <a:latin typeface="华文楷体" panose="02010600040101010101" pitchFamily="2" charset="-122"/>
                <a:ea typeface="华文楷体" panose="02010600040101010101" pitchFamily="2" charset="-122"/>
              </a:rPr>
              <a:t>的数据分析问题</a:t>
            </a:r>
            <a:endParaRPr lang="zh-CN" altLang="en-US" sz="3600" dirty="0">
              <a:latin typeface="楷体" panose="02010609060101010101" pitchFamily="49" charset="-122"/>
              <a:ea typeface="楷体" panose="02010609060101010101" pitchFamily="49" charset="-122"/>
            </a:endParaRPr>
          </a:p>
        </p:txBody>
      </p:sp>
      <p:sp>
        <p:nvSpPr>
          <p:cNvPr id="6" name="内容占位符 5"/>
          <p:cNvSpPr>
            <a:spLocks noGrp="1"/>
          </p:cNvSpPr>
          <p:nvPr>
            <p:ph idx="1"/>
          </p:nvPr>
        </p:nvSpPr>
        <p:spPr>
          <a:xfrm>
            <a:off x="837215" y="1825625"/>
            <a:ext cx="3998422" cy="4351338"/>
          </a:xfrm>
        </p:spPr>
        <p:txBody>
          <a:bodyPr/>
          <a:lstStyle/>
          <a:p>
            <a:pPr marL="0" indent="0">
              <a:buNone/>
            </a:pPr>
            <a:r>
              <a:rPr lang="zh-CN" altLang="en-US" dirty="0"/>
              <a:t>问题二</a:t>
            </a:r>
            <a:endParaRPr lang="en-US" altLang="zh-CN" dirty="0"/>
          </a:p>
          <a:p>
            <a:pPr marL="0" indent="0">
              <a:buNone/>
            </a:pPr>
            <a:endParaRPr lang="en-US" altLang="zh-CN" dirty="0"/>
          </a:p>
        </p:txBody>
      </p:sp>
      <p:sp>
        <p:nvSpPr>
          <p:cNvPr id="11" name="文本框 10"/>
          <p:cNvSpPr txBox="1"/>
          <p:nvPr/>
        </p:nvSpPr>
        <p:spPr>
          <a:xfrm>
            <a:off x="243838" y="6176963"/>
            <a:ext cx="7410995" cy="523220"/>
          </a:xfrm>
          <a:prstGeom prst="rect">
            <a:avLst/>
          </a:prstGeom>
          <a:noFill/>
        </p:spPr>
        <p:txBody>
          <a:bodyPr wrap="square" rtlCol="0">
            <a:spAutoFit/>
          </a:bodyPr>
          <a:lstStyle/>
          <a:p>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Hu, C.-P., et al. (2020). Good Me Bad Me: Prioritization of the Good-Self During Perceptual Decision-Making. </a:t>
            </a:r>
            <a:r>
              <a:rPr lang="en-US" altLang="zh-CN" sz="1400" i="1" dirty="0">
                <a:latin typeface="Times New Roman" panose="02020503050405090304" pitchFamily="18" charset="0"/>
                <a:ea typeface="楷体" panose="02010609060101010101" pitchFamily="49" charset="-122"/>
                <a:cs typeface="Times New Roman" panose="02020503050405090304" pitchFamily="18" charset="0"/>
              </a:rPr>
              <a:t>Collabra: Psychology, 6</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(1): 20. DOI: </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hlinkClick r:id="rId1"/>
              </a:rPr>
              <a:t>https://doi.org/10.1525/collabra.301</a:t>
            </a:r>
            <a:endParaRPr lang="zh-CN" altLang="en-US" sz="1400" dirty="0">
              <a:latin typeface="Times New Roman" panose="02020503050405090304" pitchFamily="18" charset="0"/>
              <a:ea typeface="楷体" panose="02010609060101010101" pitchFamily="49" charset="-122"/>
              <a:cs typeface="Times New Roman" panose="02020503050405090304" pitchFamily="18" charset="0"/>
            </a:endParaRPr>
          </a:p>
        </p:txBody>
      </p:sp>
      <p:pic>
        <p:nvPicPr>
          <p:cNvPr id="10242" name="Picture 2" descr="https://scholardata.cdn.ivysci.com/202302272343/5342d853b52668210891832d093e4988/pdf_figures/692d6e9471570459c8f67a8710e424b2/figures/7-FIGURE4-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4487" y="2259517"/>
            <a:ext cx="8963025" cy="2486026"/>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3189594" y="4897711"/>
            <a:ext cx="5812810" cy="461665"/>
          </a:xfrm>
          <a:prstGeom prst="rect">
            <a:avLst/>
          </a:prstGeom>
          <a:noFill/>
        </p:spPr>
        <p:txBody>
          <a:bodyPr wrap="none" rtlCol="0">
            <a:spAutoFit/>
          </a:bodyPr>
          <a:lstStyle/>
          <a:p>
            <a:r>
              <a:rPr lang="en-US" altLang="zh-CN" sz="2400" dirty="0">
                <a:latin typeface="Times New Roman" panose="02020503050405090304" pitchFamily="18" charset="0"/>
                <a:cs typeface="Times New Roman" panose="02020503050405090304" pitchFamily="18" charset="0"/>
              </a:rPr>
              <a:t>Posterior of drift-rate (v) of the confirm study</a:t>
            </a:r>
            <a:endParaRPr lang="zh-CN" altLang="en-US" sz="24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pPr marL="0" indent="0">
              <a:buNone/>
            </a:pPr>
            <a:r>
              <a:rPr lang="zh-CN" altLang="en-US" dirty="0"/>
              <a:t>解决问题</a:t>
            </a:r>
            <a:r>
              <a:rPr lang="en-US" altLang="zh-CN" dirty="0"/>
              <a:t>2</a:t>
            </a:r>
            <a:r>
              <a:rPr lang="zh-CN" altLang="en-US" dirty="0"/>
              <a:t>的大致流程可能是这样：</a:t>
            </a:r>
            <a:endParaRPr lang="en-US" altLang="zh-CN" dirty="0"/>
          </a:p>
          <a:p>
            <a:pPr marL="0" indent="0">
              <a:buNone/>
            </a:pPr>
            <a:endParaRPr lang="en-US" altLang="zh-CN" dirty="0"/>
          </a:p>
        </p:txBody>
      </p:sp>
      <p:sp>
        <p:nvSpPr>
          <p:cNvPr id="7" name="Title 6"/>
          <p:cNvSpPr>
            <a:spLocks noGrp="1"/>
          </p:cNvSpPr>
          <p:nvPr>
            <p:ph type="title"/>
          </p:nvPr>
        </p:nvSpPr>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1.1</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本课程中拟解决</a:t>
            </a:r>
            <a:r>
              <a:rPr lang="zh-CN" altLang="en-US" sz="3600" dirty="0">
                <a:latin typeface="华文楷体" panose="02010600040101010101" pitchFamily="2" charset="-122"/>
                <a:ea typeface="华文楷体" panose="02010600040101010101" pitchFamily="2" charset="-122"/>
              </a:rPr>
              <a:t>的数据分析问题</a:t>
            </a:r>
            <a:endParaRPr lang="en-US" sz="3600" dirty="0"/>
          </a:p>
        </p:txBody>
      </p:sp>
      <p:graphicFrame>
        <p:nvGraphicFramePr>
          <p:cNvPr id="2" name="图示 1"/>
          <p:cNvGraphicFramePr/>
          <p:nvPr/>
        </p:nvGraphicFramePr>
        <p:xfrm>
          <a:off x="1433484" y="3101307"/>
          <a:ext cx="9920316" cy="202054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上箭头标注 4"/>
          <p:cNvSpPr/>
          <p:nvPr/>
        </p:nvSpPr>
        <p:spPr>
          <a:xfrm>
            <a:off x="6475615" y="4629581"/>
            <a:ext cx="3657599" cy="1165796"/>
          </a:xfrm>
          <a:prstGeom prst="upArrow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solidFill>
                  <a:schemeClr val="tx1"/>
                </a:solidFill>
                <a:latin typeface="Times New Roman" panose="02020503050405090304" pitchFamily="18" charset="0"/>
                <a:cs typeface="Times New Roman" panose="02020503050405090304" pitchFamily="18" charset="0"/>
              </a:rPr>
              <a:t>ANOVA &amp; DDM</a:t>
            </a:r>
            <a:endParaRPr lang="zh-CN" altLang="en-US" sz="2400" b="1" dirty="0">
              <a:solidFill>
                <a:schemeClr val="tx1"/>
              </a:solidFill>
              <a:latin typeface="Times New Roman" panose="02020503050405090304" pitchFamily="18" charset="0"/>
              <a:cs typeface="Times New Roman" panose="02020503050405090304" pitchFamily="18" charset="0"/>
            </a:endParaRPr>
          </a:p>
        </p:txBody>
      </p:sp>
      <p:sp>
        <p:nvSpPr>
          <p:cNvPr id="8" name="下箭头标注 7"/>
          <p:cNvSpPr/>
          <p:nvPr/>
        </p:nvSpPr>
        <p:spPr>
          <a:xfrm>
            <a:off x="2844502" y="2419003"/>
            <a:ext cx="7098280" cy="1155469"/>
          </a:xfrm>
          <a:prstGeom prst="downArrowCallou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solidFill>
                <a:latin typeface="楷体" panose="02010609060101010101" pitchFamily="49" charset="-122"/>
                <a:ea typeface="楷体" panose="02010609060101010101" pitchFamily="49" charset="-122"/>
              </a:rPr>
              <a:t>平均值、标准差、频数分布和百分占比等</a:t>
            </a:r>
            <a:endParaRPr lang="zh-CN" altLang="en-US" sz="2400" b="1" dirty="0">
              <a:solidFill>
                <a:schemeClr val="tx1"/>
              </a:solidFill>
              <a:latin typeface="楷体" panose="02010609060101010101" pitchFamily="49" charset="-122"/>
              <a:ea typeface="楷体" panose="02010609060101010101" pitchFamily="49" charset="-122"/>
            </a:endParaRPr>
          </a:p>
        </p:txBody>
      </p:sp>
      <p:sp>
        <p:nvSpPr>
          <p:cNvPr id="3" name="文本框 10"/>
          <p:cNvSpPr txBox="1"/>
          <p:nvPr/>
        </p:nvSpPr>
        <p:spPr>
          <a:xfrm>
            <a:off x="243838" y="6176963"/>
            <a:ext cx="7410995" cy="523220"/>
          </a:xfrm>
          <a:prstGeom prst="rect">
            <a:avLst/>
          </a:prstGeom>
          <a:noFill/>
        </p:spPr>
        <p:txBody>
          <a:bodyPr wrap="square" rtlCol="0">
            <a:spAutoFit/>
          </a:bodyPr>
          <a:lstStyle/>
          <a:p>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Hu, C.-P., et al. (2020). Good Me Bad Me: Prioritization of the Good-Self During Perceptual Decision-Making. </a:t>
            </a:r>
            <a:r>
              <a:rPr lang="en-US" altLang="zh-CN" sz="1400" i="1" dirty="0">
                <a:latin typeface="Times New Roman" panose="02020503050405090304" pitchFamily="18" charset="0"/>
                <a:ea typeface="楷体" panose="02010609060101010101" pitchFamily="49" charset="-122"/>
                <a:cs typeface="Times New Roman" panose="02020503050405090304" pitchFamily="18" charset="0"/>
              </a:rPr>
              <a:t>Collabra: Psychology, 6</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rPr>
              <a:t>(1): 20. DOI: </a:t>
            </a:r>
            <a:r>
              <a:rPr lang="en-US" altLang="zh-CN" sz="1400" dirty="0">
                <a:latin typeface="Times New Roman" panose="02020503050405090304" pitchFamily="18" charset="0"/>
                <a:ea typeface="楷体" panose="02010609060101010101" pitchFamily="49" charset="-122"/>
                <a:cs typeface="Times New Roman" panose="02020503050405090304" pitchFamily="18" charset="0"/>
                <a:hlinkClick r:id="rId6"/>
              </a:rPr>
              <a:t>https://doi.org/10.1525/collabra.301</a:t>
            </a:r>
            <a:endParaRPr lang="zh-CN" altLang="en-US" sz="1400" dirty="0">
              <a:latin typeface="Times New Roman" panose="02020503050405090304" pitchFamily="18" charset="0"/>
              <a:ea typeface="楷体" panose="02010609060101010101" pitchFamily="49" charset="-122"/>
              <a:cs typeface="Times New Roman" panose="0202050305040509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838200" y="1825625"/>
            <a:ext cx="10515600" cy="3221355"/>
          </a:xfrm>
        </p:spPr>
        <p:txBody>
          <a:bodyPr/>
          <a:lstStyle/>
          <a:p>
            <a:pPr marL="285750" indent="-285750">
              <a:lnSpc>
                <a:spcPct val="110000"/>
              </a:lnSpc>
            </a:pPr>
            <a:r>
              <a:rPr lang="zh-CN" altLang="en-US" dirty="0"/>
              <a:t>保留全部分析过程</a:t>
            </a:r>
            <a:endParaRPr lang="en-US" altLang="zh-CN" dirty="0"/>
          </a:p>
          <a:p>
            <a:pPr marL="285750" indent="-285750">
              <a:lnSpc>
                <a:spcPct val="110000"/>
              </a:lnSpc>
            </a:pPr>
            <a:r>
              <a:rPr lang="zh-CN" altLang="en-US" dirty="0"/>
              <a:t>完成一次分析后，可通过代码直接重复</a:t>
            </a:r>
            <a:endParaRPr lang="en-US" altLang="zh-CN" dirty="0"/>
          </a:p>
          <a:p>
            <a:pPr marL="285750" indent="-285750">
              <a:lnSpc>
                <a:spcPct val="110000"/>
              </a:lnSpc>
            </a:pPr>
            <a:r>
              <a:rPr lang="zh-CN" altLang="en-US" dirty="0"/>
              <a:t>分析方法灵活多样，新方法容易分享</a:t>
            </a:r>
            <a:endParaRPr lang="en-US" altLang="zh-CN" dirty="0"/>
          </a:p>
          <a:p>
            <a:pPr marL="285750" indent="-285750">
              <a:lnSpc>
                <a:spcPct val="110000"/>
              </a:lnSpc>
            </a:pPr>
            <a:r>
              <a:rPr lang="zh-CN" altLang="en-US" dirty="0"/>
              <a:t>灵活美观的可视化效果</a:t>
            </a:r>
            <a:endParaRPr lang="en-US" altLang="zh-CN" dirty="0"/>
          </a:p>
          <a:p>
            <a:pPr marL="285750" indent="-285750">
              <a:lnSpc>
                <a:spcPct val="110000"/>
              </a:lnSpc>
            </a:pPr>
            <a:r>
              <a:rPr lang="zh-CN" altLang="en-US" dirty="0"/>
              <a:t>可拓展性强</a:t>
            </a:r>
            <a:endParaRPr lang="zh-CN" altLang="en-US" dirty="0"/>
          </a:p>
        </p:txBody>
      </p:sp>
      <p:sp>
        <p:nvSpPr>
          <p:cNvPr id="7" name="Title 6"/>
          <p:cNvSpPr>
            <a:spLocks noGrp="1"/>
          </p:cNvSpPr>
          <p:nvPr>
            <p:ph type="title"/>
          </p:nvPr>
        </p:nvSpPr>
        <p:spPr/>
        <p:txBody>
          <a:bodyPr anchor="ctr"/>
          <a:lstStyle/>
          <a:p>
            <a:r>
              <a:rPr lang="en-US" altLang="zh-CN" sz="3600" dirty="0">
                <a:latin typeface="Times New Roman" panose="02020503050405090304" pitchFamily="18" charset="0"/>
                <a:ea typeface="楷体" panose="02010609060101010101" pitchFamily="49" charset="-122"/>
                <a:cs typeface="Times New Roman" panose="02020503050405090304" pitchFamily="18" charset="0"/>
              </a:rPr>
              <a:t>1.2 R</a:t>
            </a:r>
            <a:r>
              <a:rPr lang="zh-CN" altLang="en-US" sz="3600" dirty="0">
                <a:latin typeface="Times New Roman" panose="02020503050405090304" pitchFamily="18" charset="0"/>
                <a:ea typeface="楷体" panose="02010609060101010101" pitchFamily="49" charset="-122"/>
                <a:cs typeface="Times New Roman" panose="02020503050405090304" pitchFamily="18" charset="0"/>
              </a:rPr>
              <a:t>的优势</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a:t>
            </a:r>
            <a:endParaRPr lang="en-US" sz="3600"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表格 15"/>
          <p:cNvGraphicFramePr>
            <a:graphicFrameLocks noGrp="1"/>
          </p:cNvGraphicFramePr>
          <p:nvPr/>
        </p:nvGraphicFramePr>
        <p:xfrm>
          <a:off x="1999097" y="1162484"/>
          <a:ext cx="8064000" cy="4895998"/>
        </p:xfrm>
        <a:graphic>
          <a:graphicData uri="http://schemas.openxmlformats.org/drawingml/2006/table">
            <a:tbl>
              <a:tblPr firstRow="1" bandRow="1">
                <a:tableStyleId>{BDBED569-4797-4DF1-A0F4-6AAB3CD982D8}</a:tableStyleId>
              </a:tblPr>
              <a:tblGrid>
                <a:gridCol w="1644198"/>
                <a:gridCol w="3209901"/>
                <a:gridCol w="3209901"/>
              </a:tblGrid>
              <a:tr h="816898">
                <a:tc>
                  <a:txBody>
                    <a:bodyPr/>
                    <a:lstStyle/>
                    <a:p>
                      <a:pPr algn="ctr">
                        <a:lnSpc>
                          <a:spcPct val="200000"/>
                        </a:lnSpc>
                      </a:pPr>
                      <a:endParaRPr lang="zh-CN" altLang="en-US" sz="2400" baseline="0" dirty="0">
                        <a:latin typeface="Times New Roman" panose="02020503050405090304" pitchFamily="18" charset="0"/>
                        <a:ea typeface="楷体" panose="02010609060101010101" pitchFamily="49" charset="-122"/>
                      </a:endParaRPr>
                    </a:p>
                  </a:txBody>
                  <a:tcP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200000"/>
                        </a:lnSpc>
                      </a:pPr>
                      <a:r>
                        <a:rPr lang="zh-CN" altLang="en-US" sz="2400" baseline="0" dirty="0">
                          <a:latin typeface="Times New Roman" panose="02020503050405090304" pitchFamily="18" charset="0"/>
                          <a:ea typeface="楷体" panose="02010609060101010101" pitchFamily="49" charset="-122"/>
                        </a:rPr>
                        <a:t>传统方式</a:t>
                      </a:r>
                      <a:endParaRPr lang="zh-CN" altLang="en-US" sz="2400" baseline="0" dirty="0">
                        <a:latin typeface="Times New Roman" panose="02020503050405090304" pitchFamily="18" charset="0"/>
                        <a:ea typeface="楷体" panose="02010609060101010101" pitchFamily="49" charset="-122"/>
                      </a:endParaRPr>
                    </a:p>
                  </a:txBody>
                  <a:tcP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lnSpc>
                          <a:spcPct val="200000"/>
                        </a:lnSpc>
                      </a:pPr>
                      <a:r>
                        <a:rPr lang="en-US" altLang="zh-CN" sz="2400" baseline="0" dirty="0">
                          <a:latin typeface="Times New Roman" panose="02020503050405090304" pitchFamily="18" charset="0"/>
                          <a:ea typeface="楷体" panose="02010609060101010101" pitchFamily="49" charset="-122"/>
                        </a:rPr>
                        <a:t>R</a:t>
                      </a:r>
                      <a:r>
                        <a:rPr lang="zh-CN" altLang="en-US" sz="2400" baseline="0" dirty="0">
                          <a:latin typeface="Times New Roman" panose="02020503050405090304" pitchFamily="18" charset="0"/>
                          <a:ea typeface="楷体" panose="02010609060101010101" pitchFamily="49" charset="-122"/>
                        </a:rPr>
                        <a:t>语言</a:t>
                      </a:r>
                      <a:endParaRPr lang="zh-CN" altLang="en-US" sz="2400" baseline="0" dirty="0">
                        <a:latin typeface="Times New Roman" panose="02020503050405090304" pitchFamily="18" charset="0"/>
                        <a:ea typeface="楷体" panose="02010609060101010101" pitchFamily="49" charset="-122"/>
                      </a:endParaRPr>
                    </a:p>
                  </a:txBody>
                  <a:tcP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1019775">
                <a:tc>
                  <a:txBody>
                    <a:bodyPr/>
                    <a:lstStyle/>
                    <a:p>
                      <a:pPr algn="ctr">
                        <a:lnSpc>
                          <a:spcPct val="200000"/>
                        </a:lnSpc>
                      </a:pPr>
                      <a:r>
                        <a:rPr lang="zh-CN" altLang="en-US" sz="2400" baseline="0" dirty="0">
                          <a:latin typeface="Times New Roman" panose="02020503050405090304" pitchFamily="18" charset="0"/>
                          <a:ea typeface="楷体" panose="02010609060101010101" pitchFamily="49" charset="-122"/>
                        </a:rPr>
                        <a:t>数据清洗</a:t>
                      </a:r>
                      <a:endParaRPr lang="zh-CN" altLang="en-US" sz="2400" baseline="0" dirty="0">
                        <a:latin typeface="Times New Roman" panose="02020503050405090304" pitchFamily="18" charset="0"/>
                        <a:ea typeface="楷体" panose="02010609060101010101" pitchFamily="49" charset="-122"/>
                      </a:endParaRPr>
                    </a:p>
                  </a:txBody>
                  <a:tcPr>
                    <a:lnT w="28575" cap="flat" cmpd="sng" algn="ctr">
                      <a:solidFill>
                        <a:schemeClr val="tx1"/>
                      </a:solidFill>
                      <a:prstDash val="solid"/>
                      <a:round/>
                      <a:headEnd type="none" w="med" len="med"/>
                      <a:tailEnd type="none" w="med" len="med"/>
                    </a:lnT>
                  </a:tcPr>
                </a:tc>
                <a:tc>
                  <a:txBody>
                    <a:bodyPr/>
                    <a:lstStyle/>
                    <a:p>
                      <a:pPr algn="ctr">
                        <a:lnSpc>
                          <a:spcPct val="200000"/>
                        </a:lnSpc>
                      </a:pPr>
                      <a:endParaRPr lang="zh-CN" altLang="en-US" sz="2400" b="1" baseline="0" dirty="0">
                        <a:latin typeface="Times New Roman" panose="02020503050405090304" pitchFamily="18" charset="0"/>
                        <a:ea typeface="楷体" panose="02010609060101010101" pitchFamily="49" charset="-122"/>
                      </a:endParaRPr>
                    </a:p>
                  </a:txBody>
                  <a:tcPr>
                    <a:lnT w="28575" cap="flat" cmpd="sng" algn="ctr">
                      <a:solidFill>
                        <a:schemeClr val="tx1"/>
                      </a:solidFill>
                      <a:prstDash val="solid"/>
                      <a:round/>
                      <a:headEnd type="none" w="med" len="med"/>
                      <a:tailEnd type="none" w="med" len="med"/>
                    </a:lnT>
                  </a:tcPr>
                </a:tc>
                <a:tc>
                  <a:txBody>
                    <a:bodyPr/>
                    <a:lstStyle/>
                    <a:p>
                      <a:pPr algn="ctr">
                        <a:lnSpc>
                          <a:spcPct val="200000"/>
                        </a:lnSpc>
                      </a:pPr>
                      <a:r>
                        <a:rPr lang="en-US" altLang="zh-CN" sz="2400" baseline="0" dirty="0" err="1">
                          <a:latin typeface="Times New Roman" panose="02020503050405090304" pitchFamily="18" charset="0"/>
                          <a:ea typeface="楷体" panose="02010609060101010101" pitchFamily="49" charset="-122"/>
                        </a:rPr>
                        <a:t>tidyverse</a:t>
                      </a:r>
                      <a:endParaRPr lang="zh-CN" altLang="en-US" sz="2400" baseline="0" dirty="0">
                        <a:latin typeface="Times New Roman" panose="02020503050405090304" pitchFamily="18" charset="0"/>
                        <a:ea typeface="楷体" panose="02010609060101010101" pitchFamily="49" charset="-122"/>
                      </a:endParaRPr>
                    </a:p>
                  </a:txBody>
                  <a:tcPr>
                    <a:lnT w="28575" cap="flat" cmpd="sng" algn="ctr">
                      <a:solidFill>
                        <a:schemeClr val="tx1"/>
                      </a:solidFill>
                      <a:prstDash val="solid"/>
                      <a:round/>
                      <a:headEnd type="none" w="med" len="med"/>
                      <a:tailEnd type="none" w="med" len="med"/>
                    </a:lnT>
                  </a:tcPr>
                </a:tc>
              </a:tr>
              <a:tr h="1019775">
                <a:tc>
                  <a:txBody>
                    <a:bodyPr/>
                    <a:lstStyle/>
                    <a:p>
                      <a:pPr algn="ctr">
                        <a:lnSpc>
                          <a:spcPct val="200000"/>
                        </a:lnSpc>
                      </a:pPr>
                      <a:r>
                        <a:rPr lang="zh-CN" altLang="en-US" sz="2400" baseline="0" dirty="0">
                          <a:latin typeface="Times New Roman" panose="02020503050405090304" pitchFamily="18" charset="0"/>
                          <a:ea typeface="楷体" panose="02010609060101010101" pitchFamily="49" charset="-122"/>
                        </a:rPr>
                        <a:t>统计分析</a:t>
                      </a:r>
                      <a:endParaRPr lang="zh-CN" altLang="en-US" sz="2400" baseline="0" dirty="0">
                        <a:latin typeface="Times New Roman" panose="02020503050405090304" pitchFamily="18" charset="0"/>
                        <a:ea typeface="楷体" panose="02010609060101010101" pitchFamily="49" charset="-122"/>
                      </a:endParaRPr>
                    </a:p>
                  </a:txBody>
                  <a:tcPr/>
                </a:tc>
                <a:tc>
                  <a:txBody>
                    <a:bodyPr/>
                    <a:lstStyle/>
                    <a:p>
                      <a:pPr algn="ctr">
                        <a:lnSpc>
                          <a:spcPct val="200000"/>
                        </a:lnSpc>
                      </a:pPr>
                      <a:endParaRPr lang="zh-CN" altLang="en-US" sz="2400" baseline="0" dirty="0">
                        <a:latin typeface="Times New Roman" panose="02020503050405090304" pitchFamily="18" charset="0"/>
                        <a:ea typeface="楷体" panose="02010609060101010101" pitchFamily="49" charset="-122"/>
                      </a:endParaRPr>
                    </a:p>
                  </a:txBody>
                  <a:tcPr/>
                </a:tc>
                <a:tc>
                  <a:txBody>
                    <a:bodyPr/>
                    <a:lstStyle/>
                    <a:p>
                      <a:pPr algn="ctr">
                        <a:lnSpc>
                          <a:spcPct val="200000"/>
                        </a:lnSpc>
                      </a:pPr>
                      <a:r>
                        <a:rPr lang="en-US" altLang="zh-CN" sz="2400" baseline="0" dirty="0" err="1">
                          <a:latin typeface="Times New Roman" panose="02020503050405090304" pitchFamily="18" charset="0"/>
                          <a:ea typeface="楷体" panose="02010609060101010101" pitchFamily="49" charset="-122"/>
                        </a:rPr>
                        <a:t>bruceR</a:t>
                      </a:r>
                      <a:r>
                        <a:rPr lang="en-US" altLang="zh-CN" sz="2400" baseline="0" dirty="0">
                          <a:latin typeface="Times New Roman" panose="02020503050405090304" pitchFamily="18" charset="0"/>
                          <a:ea typeface="楷体" panose="02010609060101010101" pitchFamily="49" charset="-122"/>
                        </a:rPr>
                        <a:t>; </a:t>
                      </a:r>
                      <a:r>
                        <a:rPr lang="en-US" altLang="zh-CN" sz="2400" baseline="0" dirty="0" err="1">
                          <a:latin typeface="Times New Roman" panose="02020503050405090304" pitchFamily="18" charset="0"/>
                          <a:ea typeface="楷体" panose="02010609060101010101" pitchFamily="49" charset="-122"/>
                        </a:rPr>
                        <a:t>easystats</a:t>
                      </a:r>
                      <a:r>
                        <a:rPr lang="en-US" altLang="zh-CN" sz="2400" baseline="0" dirty="0">
                          <a:latin typeface="Times New Roman" panose="02020503050405090304" pitchFamily="18" charset="0"/>
                          <a:ea typeface="楷体" panose="02010609060101010101" pitchFamily="49" charset="-122"/>
                        </a:rPr>
                        <a:t>; lme4</a:t>
                      </a:r>
                      <a:endParaRPr lang="zh-CN" altLang="en-US" sz="2400" baseline="0" dirty="0">
                        <a:latin typeface="Times New Roman" panose="02020503050405090304" pitchFamily="18" charset="0"/>
                        <a:ea typeface="楷体" panose="02010609060101010101" pitchFamily="49" charset="-122"/>
                      </a:endParaRPr>
                    </a:p>
                  </a:txBody>
                  <a:tcPr/>
                </a:tc>
              </a:tr>
              <a:tr h="1019775">
                <a:tc>
                  <a:txBody>
                    <a:bodyPr/>
                    <a:lstStyle/>
                    <a:p>
                      <a:pPr algn="ctr">
                        <a:lnSpc>
                          <a:spcPct val="200000"/>
                        </a:lnSpc>
                      </a:pPr>
                      <a:r>
                        <a:rPr lang="zh-CN" altLang="en-US" sz="2400" baseline="0" dirty="0">
                          <a:latin typeface="Times New Roman" panose="02020503050405090304" pitchFamily="18" charset="0"/>
                          <a:ea typeface="楷体" panose="02010609060101010101" pitchFamily="49" charset="-122"/>
                        </a:rPr>
                        <a:t>绘制结果</a:t>
                      </a:r>
                      <a:endParaRPr lang="zh-CN" altLang="en-US" sz="2400" baseline="0" dirty="0">
                        <a:latin typeface="Times New Roman" panose="02020503050405090304" pitchFamily="18" charset="0"/>
                        <a:ea typeface="楷体" panose="02010609060101010101" pitchFamily="49" charset="-122"/>
                      </a:endParaRPr>
                    </a:p>
                  </a:txBody>
                  <a:tcPr/>
                </a:tc>
                <a:tc>
                  <a:txBody>
                    <a:bodyPr/>
                    <a:lstStyle/>
                    <a:p>
                      <a:pPr algn="ctr">
                        <a:lnSpc>
                          <a:spcPct val="200000"/>
                        </a:lnSpc>
                      </a:pPr>
                      <a:endParaRPr lang="zh-CN" altLang="en-US" sz="2400" baseline="0" dirty="0">
                        <a:latin typeface="Times New Roman" panose="02020503050405090304" pitchFamily="18" charset="0"/>
                        <a:ea typeface="楷体" panose="02010609060101010101" pitchFamily="49" charset="-122"/>
                      </a:endParaRPr>
                    </a:p>
                  </a:txBody>
                  <a:tcPr/>
                </a:tc>
                <a:tc>
                  <a:txBody>
                    <a:bodyPr/>
                    <a:lstStyle/>
                    <a:p>
                      <a:pPr algn="ctr">
                        <a:lnSpc>
                          <a:spcPct val="200000"/>
                        </a:lnSpc>
                      </a:pPr>
                      <a:r>
                        <a:rPr lang="en-US" altLang="zh-CN" sz="2400" baseline="0" dirty="0">
                          <a:latin typeface="Times New Roman" panose="02020503050405090304" pitchFamily="18" charset="0"/>
                          <a:ea typeface="楷体" panose="02010609060101010101" pitchFamily="49" charset="-122"/>
                        </a:rPr>
                        <a:t>ggplot2</a:t>
                      </a:r>
                      <a:endParaRPr lang="zh-CN" altLang="en-US" sz="2400" baseline="0" dirty="0">
                        <a:latin typeface="Times New Roman" panose="02020503050405090304" pitchFamily="18" charset="0"/>
                        <a:ea typeface="楷体" panose="02010609060101010101" pitchFamily="49" charset="-122"/>
                      </a:endParaRPr>
                    </a:p>
                  </a:txBody>
                  <a:tcPr/>
                </a:tc>
              </a:tr>
              <a:tr h="1019775">
                <a:tc>
                  <a:txBody>
                    <a:bodyPr/>
                    <a:lstStyle/>
                    <a:p>
                      <a:pPr algn="ctr">
                        <a:lnSpc>
                          <a:spcPct val="200000"/>
                        </a:lnSpc>
                      </a:pPr>
                      <a:r>
                        <a:rPr lang="zh-CN" altLang="en-US" sz="2400" baseline="0" dirty="0">
                          <a:latin typeface="Times New Roman" panose="02020503050405090304" pitchFamily="18" charset="0"/>
                          <a:ea typeface="楷体" panose="02010609060101010101" pitchFamily="49" charset="-122"/>
                        </a:rPr>
                        <a:t>输出文稿</a:t>
                      </a:r>
                      <a:endParaRPr lang="zh-CN" altLang="en-US" sz="2400" baseline="0" dirty="0">
                        <a:latin typeface="Times New Roman" panose="02020503050405090304" pitchFamily="18" charset="0"/>
                        <a:ea typeface="楷体" panose="02010609060101010101" pitchFamily="49" charset="-122"/>
                      </a:endParaRPr>
                    </a:p>
                  </a:txBody>
                  <a:tcPr>
                    <a:lnB w="28575" cap="flat" cmpd="sng" algn="ctr">
                      <a:solidFill>
                        <a:schemeClr val="tx1"/>
                      </a:solidFill>
                      <a:prstDash val="solid"/>
                      <a:round/>
                      <a:headEnd type="none" w="med" len="med"/>
                      <a:tailEnd type="none" w="med" len="med"/>
                    </a:lnB>
                  </a:tcPr>
                </a:tc>
                <a:tc>
                  <a:txBody>
                    <a:bodyPr/>
                    <a:lstStyle/>
                    <a:p>
                      <a:pPr algn="ctr">
                        <a:lnSpc>
                          <a:spcPct val="200000"/>
                        </a:lnSpc>
                      </a:pPr>
                      <a:endParaRPr lang="zh-CN" altLang="en-US" sz="2400" baseline="0" dirty="0">
                        <a:latin typeface="Times New Roman" panose="02020503050405090304" pitchFamily="18" charset="0"/>
                        <a:ea typeface="楷体" panose="02010609060101010101" pitchFamily="49" charset="-122"/>
                      </a:endParaRPr>
                    </a:p>
                  </a:txBody>
                  <a:tcPr>
                    <a:lnB w="28575" cap="flat" cmpd="sng" algn="ctr">
                      <a:solidFill>
                        <a:schemeClr val="tx1"/>
                      </a:solidFill>
                      <a:prstDash val="solid"/>
                      <a:round/>
                      <a:headEnd type="none" w="med" len="med"/>
                      <a:tailEnd type="none" w="med" len="med"/>
                    </a:lnB>
                  </a:tcPr>
                </a:tc>
                <a:tc>
                  <a:txBody>
                    <a:bodyPr/>
                    <a:lstStyle/>
                    <a:p>
                      <a:pPr algn="ctr">
                        <a:lnSpc>
                          <a:spcPct val="200000"/>
                        </a:lnSpc>
                      </a:pPr>
                      <a:r>
                        <a:rPr lang="en-US" altLang="zh-CN" sz="2400" baseline="0" dirty="0">
                          <a:latin typeface="Times New Roman" panose="02020503050405090304" pitchFamily="18" charset="0"/>
                          <a:ea typeface="楷体" panose="02010609060101010101" pitchFamily="49" charset="-122"/>
                        </a:rPr>
                        <a:t>markdown</a:t>
                      </a:r>
                      <a:endParaRPr lang="zh-CN" altLang="en-US" sz="2400" baseline="0" dirty="0">
                        <a:latin typeface="Times New Roman" panose="02020503050405090304" pitchFamily="18" charset="0"/>
                        <a:ea typeface="楷体" panose="02010609060101010101" pitchFamily="49" charset="-122"/>
                      </a:endParaRPr>
                    </a:p>
                  </a:txBody>
                  <a:tcPr>
                    <a:lnB w="28575" cap="flat" cmpd="sng" algn="ctr">
                      <a:solidFill>
                        <a:schemeClr val="tx1"/>
                      </a:solidFill>
                      <a:prstDash val="solid"/>
                      <a:round/>
                      <a:headEnd type="none" w="med" len="med"/>
                      <a:tailEnd type="none" w="med" len="med"/>
                    </a:lnB>
                  </a:tcPr>
                </a:tc>
              </a:tr>
            </a:tbl>
          </a:graphicData>
        </a:graphic>
      </p:graphicFrame>
      <p:pic>
        <p:nvPicPr>
          <p:cNvPr id="18" name="图片 17"/>
          <p:cNvPicPr>
            <a:picLocks noChangeAspect="1"/>
          </p:cNvPicPr>
          <p:nvPr/>
        </p:nvPicPr>
        <p:blipFill>
          <a:blip r:embed="rId1"/>
          <a:stretch>
            <a:fillRect/>
          </a:stretch>
        </p:blipFill>
        <p:spPr>
          <a:xfrm>
            <a:off x="4797597" y="2071954"/>
            <a:ext cx="900000" cy="850296"/>
          </a:xfrm>
          <a:prstGeom prst="rect">
            <a:avLst/>
          </a:prstGeom>
        </p:spPr>
      </p:pic>
      <p:pic>
        <p:nvPicPr>
          <p:cNvPr id="19" name="图片 18"/>
          <p:cNvPicPr>
            <a:picLocks noChangeAspect="1"/>
          </p:cNvPicPr>
          <p:nvPr/>
        </p:nvPicPr>
        <p:blipFill>
          <a:blip r:embed="rId2"/>
          <a:stretch>
            <a:fillRect/>
          </a:stretch>
        </p:blipFill>
        <p:spPr>
          <a:xfrm>
            <a:off x="4793750" y="3032341"/>
            <a:ext cx="900000" cy="890694"/>
          </a:xfrm>
          <a:prstGeom prst="rect">
            <a:avLst/>
          </a:prstGeom>
        </p:spPr>
      </p:pic>
      <p:pic>
        <p:nvPicPr>
          <p:cNvPr id="20" name="图片 19"/>
          <p:cNvPicPr>
            <a:picLocks noChangeAspect="1"/>
          </p:cNvPicPr>
          <p:nvPr/>
        </p:nvPicPr>
        <p:blipFill>
          <a:blip r:embed="rId1"/>
          <a:stretch>
            <a:fillRect/>
          </a:stretch>
        </p:blipFill>
        <p:spPr>
          <a:xfrm>
            <a:off x="4087734" y="4126849"/>
            <a:ext cx="900000" cy="850296"/>
          </a:xfrm>
          <a:prstGeom prst="rect">
            <a:avLst/>
          </a:prstGeom>
        </p:spPr>
      </p:pic>
      <p:pic>
        <p:nvPicPr>
          <p:cNvPr id="21" name="图片 20"/>
          <p:cNvPicPr>
            <a:picLocks noChangeAspect="1"/>
          </p:cNvPicPr>
          <p:nvPr/>
        </p:nvPicPr>
        <p:blipFill>
          <a:blip r:embed="rId3"/>
          <a:stretch>
            <a:fillRect/>
          </a:stretch>
        </p:blipFill>
        <p:spPr>
          <a:xfrm>
            <a:off x="5377390" y="4126849"/>
            <a:ext cx="900000" cy="850116"/>
          </a:xfrm>
          <a:prstGeom prst="rect">
            <a:avLst/>
          </a:prstGeom>
        </p:spPr>
      </p:pic>
      <p:pic>
        <p:nvPicPr>
          <p:cNvPr id="22" name="图片 21"/>
          <p:cNvPicPr>
            <a:picLocks noChangeAspect="1"/>
          </p:cNvPicPr>
          <p:nvPr/>
        </p:nvPicPr>
        <p:blipFill>
          <a:blip r:embed="rId4"/>
          <a:stretch>
            <a:fillRect/>
          </a:stretch>
        </p:blipFill>
        <p:spPr>
          <a:xfrm>
            <a:off x="4693145" y="5209176"/>
            <a:ext cx="900000" cy="79821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p:cNvGraphicFramePr>
            <a:graphicFrameLocks noGrp="1"/>
          </p:cNvGraphicFramePr>
          <p:nvPr/>
        </p:nvGraphicFramePr>
        <p:xfrm>
          <a:off x="2395178" y="1215304"/>
          <a:ext cx="7235390" cy="4824000"/>
        </p:xfrm>
        <a:graphic>
          <a:graphicData uri="http://schemas.openxmlformats.org/drawingml/2006/table">
            <a:tbl>
              <a:tblPr firstRow="1" bandRow="1">
                <a:tableStyleId>{BDBED569-4797-4DF1-A0F4-6AAB3CD982D8}</a:tableStyleId>
              </a:tblPr>
              <a:tblGrid>
                <a:gridCol w="3617695"/>
                <a:gridCol w="3617695"/>
              </a:tblGrid>
              <a:tr h="792000">
                <a:tc>
                  <a:txBody>
                    <a:bodyPr/>
                    <a:lstStyle/>
                    <a:p>
                      <a:pPr algn="ctr"/>
                      <a:r>
                        <a:rPr lang="zh-CN" altLang="en-US" sz="2800" baseline="0" dirty="0">
                          <a:latin typeface="Times New Roman" panose="02020503050405090304" pitchFamily="18" charset="0"/>
                          <a:ea typeface="楷体" panose="02010609060101010101" pitchFamily="49" charset="-122"/>
                        </a:rPr>
                        <a:t>统计方法</a:t>
                      </a:r>
                      <a:endParaRPr lang="zh-CN" altLang="en-US" sz="2800" baseline="0" dirty="0">
                        <a:latin typeface="Times New Roman" panose="02020503050405090304" pitchFamily="18" charset="0"/>
                        <a:ea typeface="楷体" panose="02010609060101010101" pitchFamily="49" charset="-122"/>
                      </a:endParaRPr>
                    </a:p>
                  </a:txBody>
                  <a:tcPr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altLang="zh-CN" sz="2800" baseline="0" dirty="0">
                          <a:latin typeface="Times New Roman" panose="02020503050405090304" pitchFamily="18" charset="0"/>
                          <a:ea typeface="楷体" panose="02010609060101010101" pitchFamily="49" charset="-122"/>
                        </a:rPr>
                        <a:t>R</a:t>
                      </a:r>
                      <a:r>
                        <a:rPr lang="zh-CN" altLang="en-US" sz="2800" baseline="0" dirty="0">
                          <a:latin typeface="Times New Roman" panose="02020503050405090304" pitchFamily="18" charset="0"/>
                          <a:ea typeface="楷体" panose="02010609060101010101" pitchFamily="49" charset="-122"/>
                        </a:rPr>
                        <a:t>语言</a:t>
                      </a:r>
                      <a:r>
                        <a:rPr lang="en-US" altLang="zh-CN" sz="2800" baseline="0" dirty="0">
                          <a:latin typeface="Times New Roman" panose="02020503050405090304" pitchFamily="18" charset="0"/>
                          <a:ea typeface="楷体" panose="02010609060101010101" pitchFamily="49" charset="-122"/>
                        </a:rPr>
                        <a:t> </a:t>
                      </a:r>
                      <a:r>
                        <a:rPr lang="zh-CN" altLang="en-US" sz="2800" baseline="0" dirty="0">
                          <a:latin typeface="Times New Roman" panose="02020503050405090304" pitchFamily="18" charset="0"/>
                          <a:ea typeface="楷体" panose="02010609060101010101" pitchFamily="49" charset="-122"/>
                        </a:rPr>
                        <a:t>（</a:t>
                      </a:r>
                      <a:r>
                        <a:rPr lang="en-US" altLang="zh-CN" sz="2800" baseline="0" dirty="0" err="1">
                          <a:latin typeface="Times New Roman" panose="02020503050405090304" pitchFamily="18" charset="0"/>
                          <a:ea typeface="楷体" panose="02010609060101010101" pitchFamily="49" charset="-122"/>
                        </a:rPr>
                        <a:t>bruceR</a:t>
                      </a:r>
                      <a:r>
                        <a:rPr lang="zh-CN" altLang="en-US" sz="2800" baseline="0" dirty="0">
                          <a:latin typeface="Times New Roman" panose="02020503050405090304" pitchFamily="18" charset="0"/>
                          <a:ea typeface="楷体" panose="02010609060101010101" pitchFamily="49" charset="-122"/>
                        </a:rPr>
                        <a:t>）</a:t>
                      </a:r>
                      <a:endParaRPr lang="zh-CN" altLang="en-US" sz="2800" baseline="0" dirty="0">
                        <a:latin typeface="Times New Roman" panose="02020503050405090304" pitchFamily="18" charset="0"/>
                        <a:ea typeface="楷体" panose="02010609060101010101" pitchFamily="49" charset="-122"/>
                      </a:endParaRPr>
                    </a:p>
                  </a:txBody>
                  <a:tcPr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r h="1008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800" baseline="0" dirty="0">
                          <a:latin typeface="Times New Roman" panose="02020503050405090304" pitchFamily="18" charset="0"/>
                          <a:ea typeface="楷体" panose="02010609060101010101" pitchFamily="49" charset="-122"/>
                        </a:rPr>
                        <a:t>T</a:t>
                      </a:r>
                      <a:r>
                        <a:rPr lang="zh-CN" altLang="en-US" sz="2800" baseline="0" dirty="0">
                          <a:latin typeface="Times New Roman" panose="02020503050405090304" pitchFamily="18" charset="0"/>
                          <a:ea typeface="楷体" panose="02010609060101010101" pitchFamily="49" charset="-122"/>
                        </a:rPr>
                        <a:t>检验</a:t>
                      </a:r>
                      <a:endParaRPr lang="zh-CN" altLang="en-US" sz="2800" baseline="0" dirty="0">
                        <a:latin typeface="Times New Roman" panose="02020503050405090304" pitchFamily="18" charset="0"/>
                        <a:ea typeface="楷体" panose="02010609060101010101" pitchFamily="49" charset="-122"/>
                      </a:endParaRPr>
                    </a:p>
                  </a:txBody>
                  <a:tcPr anchor="ctr">
                    <a:lnT w="28575" cap="flat" cmpd="sng" algn="ctr">
                      <a:solidFill>
                        <a:schemeClr val="tx1"/>
                      </a:solidFill>
                      <a:prstDash val="solid"/>
                      <a:round/>
                      <a:headEnd type="none" w="med" len="med"/>
                      <a:tailEnd type="none" w="med" len="med"/>
                    </a:lnT>
                  </a:tcPr>
                </a:tc>
                <a:tc>
                  <a:txBody>
                    <a:bodyPr/>
                    <a:lstStyle/>
                    <a:p>
                      <a:pPr algn="ctr">
                        <a:lnSpc>
                          <a:spcPct val="100000"/>
                        </a:lnSpc>
                      </a:pPr>
                      <a:r>
                        <a:rPr lang="en-US" altLang="zh-CN" sz="2800" baseline="0" dirty="0">
                          <a:latin typeface="Times New Roman" panose="02020503050405090304" pitchFamily="18" charset="0"/>
                          <a:ea typeface="楷体" panose="02010609060101010101" pitchFamily="49" charset="-122"/>
                        </a:rPr>
                        <a:t>TTEST()</a:t>
                      </a:r>
                      <a:endParaRPr lang="zh-CN" altLang="en-US" sz="2800" baseline="0" dirty="0">
                        <a:latin typeface="Times New Roman" panose="02020503050405090304" pitchFamily="18" charset="0"/>
                        <a:ea typeface="楷体" panose="02010609060101010101" pitchFamily="49" charset="-122"/>
                      </a:endParaRPr>
                    </a:p>
                  </a:txBody>
                  <a:tcPr anchor="ctr">
                    <a:lnT w="28575" cap="flat" cmpd="sng" algn="ctr">
                      <a:solidFill>
                        <a:schemeClr val="tx1"/>
                      </a:solidFill>
                      <a:prstDash val="solid"/>
                      <a:round/>
                      <a:headEnd type="none" w="med" len="med"/>
                      <a:tailEnd type="none" w="med" len="med"/>
                    </a:lnT>
                  </a:tcPr>
                </a:tc>
              </a:tr>
              <a:tr h="1008000">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zh-CN" altLang="en-US" sz="2800" baseline="0" dirty="0">
                          <a:latin typeface="Times New Roman" panose="02020503050405090304" pitchFamily="18" charset="0"/>
                          <a:ea typeface="楷体" panose="02010609060101010101" pitchFamily="49" charset="-122"/>
                        </a:rPr>
                        <a:t>方差分析</a:t>
                      </a:r>
                      <a:endParaRPr lang="zh-CN" altLang="en-US" sz="2800" baseline="0" dirty="0">
                        <a:latin typeface="Times New Roman" panose="02020503050405090304" pitchFamily="18" charset="0"/>
                        <a:ea typeface="楷体" panose="02010609060101010101" pitchFamily="49" charset="-122"/>
                      </a:endParaRPr>
                    </a:p>
                  </a:txBody>
                  <a:tcPr anchor="ctr"/>
                </a:tc>
                <a:tc>
                  <a:txBody>
                    <a:bodyPr/>
                    <a:lstStyle/>
                    <a:p>
                      <a:pPr algn="ctr">
                        <a:lnSpc>
                          <a:spcPct val="100000"/>
                        </a:lnSpc>
                      </a:pPr>
                      <a:r>
                        <a:rPr lang="en-US" altLang="zh-CN" sz="2800" baseline="0" dirty="0">
                          <a:latin typeface="Times New Roman" panose="02020503050405090304" pitchFamily="18" charset="0"/>
                          <a:ea typeface="楷体" panose="02010609060101010101" pitchFamily="49" charset="-122"/>
                        </a:rPr>
                        <a:t>MANOVA()</a:t>
                      </a:r>
                      <a:endParaRPr lang="zh-CN" altLang="en-US" sz="2800" baseline="0" dirty="0">
                        <a:latin typeface="Times New Roman" panose="02020503050405090304" pitchFamily="18" charset="0"/>
                        <a:ea typeface="楷体" panose="02010609060101010101" pitchFamily="49" charset="-122"/>
                      </a:endParaRPr>
                    </a:p>
                  </a:txBody>
                  <a:tcPr anchor="ctr"/>
                </a:tc>
              </a:tr>
              <a:tr h="1008000">
                <a:tc>
                  <a:txBody>
                    <a:bodyPr/>
                    <a:lstStyle/>
                    <a:p>
                      <a:pPr algn="ctr">
                        <a:lnSpc>
                          <a:spcPct val="100000"/>
                        </a:lnSpc>
                      </a:pPr>
                      <a:r>
                        <a:rPr lang="zh-CN" altLang="en-US" sz="2800" baseline="0" dirty="0">
                          <a:latin typeface="Times New Roman" panose="02020503050405090304" pitchFamily="18" charset="0"/>
                          <a:ea typeface="楷体" panose="02010609060101010101" pitchFamily="49" charset="-122"/>
                        </a:rPr>
                        <a:t>简单效应检验</a:t>
                      </a:r>
                      <a:endParaRPr lang="en-US" altLang="zh-CN" sz="2800" baseline="0" dirty="0">
                        <a:latin typeface="Times New Roman" panose="02020503050405090304" pitchFamily="18" charset="0"/>
                        <a:ea typeface="楷体" panose="02010609060101010101" pitchFamily="49" charset="-122"/>
                      </a:endParaRPr>
                    </a:p>
                    <a:p>
                      <a:pPr algn="ctr">
                        <a:lnSpc>
                          <a:spcPct val="100000"/>
                        </a:lnSpc>
                      </a:pPr>
                      <a:r>
                        <a:rPr lang="zh-CN" altLang="en-US" sz="2800" baseline="0" dirty="0">
                          <a:latin typeface="Times New Roman" panose="02020503050405090304" pitchFamily="18" charset="0"/>
                          <a:ea typeface="楷体" panose="02010609060101010101" pitchFamily="49" charset="-122"/>
                        </a:rPr>
                        <a:t>与多重比较</a:t>
                      </a:r>
                      <a:endParaRPr lang="zh-CN" altLang="en-US" sz="2800" baseline="0" dirty="0">
                        <a:latin typeface="Times New Roman" panose="02020503050405090304" pitchFamily="18" charset="0"/>
                        <a:ea typeface="楷体" panose="02010609060101010101" pitchFamily="49" charset="-122"/>
                      </a:endParaRPr>
                    </a:p>
                  </a:txBody>
                  <a:tcPr anchor="ctr"/>
                </a:tc>
                <a:tc>
                  <a:txBody>
                    <a:bodyPr/>
                    <a:lstStyle/>
                    <a:p>
                      <a:pPr algn="ctr">
                        <a:lnSpc>
                          <a:spcPct val="100000"/>
                        </a:lnSpc>
                      </a:pPr>
                      <a:r>
                        <a:rPr lang="en-US" altLang="zh-CN" sz="2800" baseline="0" dirty="0">
                          <a:latin typeface="Times New Roman" panose="02020503050405090304" pitchFamily="18" charset="0"/>
                          <a:ea typeface="楷体" panose="02010609060101010101" pitchFamily="49" charset="-122"/>
                        </a:rPr>
                        <a:t>EMMEANS()</a:t>
                      </a:r>
                      <a:endParaRPr lang="zh-CN" altLang="en-US" sz="2800" baseline="0" dirty="0">
                        <a:latin typeface="Times New Roman" panose="02020503050405090304" pitchFamily="18" charset="0"/>
                        <a:ea typeface="楷体" panose="02010609060101010101" pitchFamily="49" charset="-122"/>
                      </a:endParaRPr>
                    </a:p>
                  </a:txBody>
                  <a:tcPr anchor="ctr"/>
                </a:tc>
              </a:tr>
              <a:tr h="1008000">
                <a:tc>
                  <a:txBody>
                    <a:bodyPr/>
                    <a:lstStyle/>
                    <a:p>
                      <a:pPr algn="ctr">
                        <a:lnSpc>
                          <a:spcPct val="100000"/>
                        </a:lnSpc>
                      </a:pPr>
                      <a:r>
                        <a:rPr lang="zh-CN" altLang="en-US" sz="2800" baseline="0" dirty="0">
                          <a:latin typeface="Times New Roman" panose="02020503050405090304" pitchFamily="18" charset="0"/>
                          <a:ea typeface="楷体" panose="02010609060101010101" pitchFamily="49" charset="-122"/>
                        </a:rPr>
                        <a:t>相关分析</a:t>
                      </a:r>
                      <a:endParaRPr lang="zh-CN" altLang="en-US" sz="2800" baseline="0" dirty="0">
                        <a:latin typeface="Times New Roman" panose="02020503050405090304" pitchFamily="18" charset="0"/>
                        <a:ea typeface="楷体" panose="02010609060101010101" pitchFamily="49" charset="-122"/>
                      </a:endParaRPr>
                    </a:p>
                  </a:txBody>
                  <a:tcPr anchor="ctr">
                    <a:lnB w="28575" cap="flat" cmpd="sng" algn="ctr">
                      <a:solidFill>
                        <a:schemeClr val="tx1"/>
                      </a:solidFill>
                      <a:prstDash val="solid"/>
                      <a:round/>
                      <a:headEnd type="none" w="med" len="med"/>
                      <a:tailEnd type="none" w="med" len="med"/>
                    </a:lnB>
                  </a:tcPr>
                </a:tc>
                <a:tc>
                  <a:txBody>
                    <a:bodyPr/>
                    <a:lstStyle/>
                    <a:p>
                      <a:pPr algn="ctr">
                        <a:lnSpc>
                          <a:spcPct val="100000"/>
                        </a:lnSpc>
                      </a:pPr>
                      <a:r>
                        <a:rPr lang="en-US" altLang="zh-CN" sz="2800" baseline="0" dirty="0" err="1">
                          <a:latin typeface="Times New Roman" panose="02020503050405090304" pitchFamily="18" charset="0"/>
                          <a:ea typeface="楷体" panose="02010609060101010101" pitchFamily="49" charset="-122"/>
                        </a:rPr>
                        <a:t>Corr</a:t>
                      </a:r>
                      <a:r>
                        <a:rPr lang="en-US" altLang="zh-CN" sz="2800" baseline="0" dirty="0">
                          <a:latin typeface="Times New Roman" panose="02020503050405090304" pitchFamily="18" charset="0"/>
                          <a:ea typeface="楷体" panose="02010609060101010101" pitchFamily="49" charset="-122"/>
                        </a:rPr>
                        <a:t>()</a:t>
                      </a:r>
                      <a:endParaRPr lang="zh-CN" altLang="en-US" sz="2800" baseline="0" dirty="0">
                        <a:latin typeface="Times New Roman" panose="02020503050405090304" pitchFamily="18" charset="0"/>
                        <a:ea typeface="楷体" panose="02010609060101010101" pitchFamily="49" charset="-122"/>
                      </a:endParaRPr>
                    </a:p>
                  </a:txBody>
                  <a:tcPr anchor="ctr">
                    <a:lnB w="28575"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05563" y="1888053"/>
            <a:ext cx="5724644" cy="2951449"/>
          </a:xfrm>
          <a:prstGeom prst="rect">
            <a:avLst/>
          </a:prstGeom>
          <a:noFill/>
        </p:spPr>
        <p:txBody>
          <a:bodyPr wrap="none" lIns="91440" tIns="45720" rIns="91440" bIns="45720">
            <a:spAutoFit/>
          </a:bodyPr>
          <a:lstStyle/>
          <a:p>
            <a:pPr algn="ctr">
              <a:lnSpc>
                <a:spcPct val="120000"/>
              </a:lnSpc>
              <a:buClrTx/>
              <a:buSzTx/>
              <a:buFontTx/>
            </a:pPr>
            <a:r>
              <a:rPr lang="zh-CN" altLang="en-US" sz="5400" b="0" cap="none" spc="0" dirty="0">
                <a:ln w="0"/>
                <a:solidFill>
                  <a:schemeClr val="tx1"/>
                </a:solidFill>
                <a:effectLst/>
                <a:latin typeface="楷体" panose="02010609060101010101" pitchFamily="49" charset="-122"/>
                <a:ea typeface="楷体" panose="02010609060101010101" pitchFamily="49" charset="-122"/>
              </a:rPr>
              <a:t>问题</a:t>
            </a:r>
            <a:r>
              <a:rPr lang="zh-CN" altLang="en-US" sz="5400" dirty="0">
                <a:ln w="0"/>
                <a:latin typeface="楷体" panose="02010609060101010101" pitchFamily="49" charset="-122"/>
                <a:ea typeface="楷体" panose="02010609060101010101" pitchFamily="49" charset="-122"/>
              </a:rPr>
              <a:t>和数据都</a:t>
            </a:r>
            <a:r>
              <a:rPr lang="zh-CN" altLang="en-US" sz="5400" b="0" cap="none" spc="0" dirty="0">
                <a:ln w="0"/>
                <a:solidFill>
                  <a:schemeClr val="tx1"/>
                </a:solidFill>
                <a:effectLst/>
                <a:latin typeface="楷体" panose="02010609060101010101" pitchFamily="49" charset="-122"/>
                <a:ea typeface="楷体" panose="02010609060101010101" pitchFamily="49" charset="-122"/>
              </a:rPr>
              <a:t>有了</a:t>
            </a:r>
            <a:endParaRPr lang="zh-CN" altLang="en-US" sz="5400" dirty="0">
              <a:ln w="0"/>
              <a:effectLst/>
              <a:latin typeface="楷体" panose="02010609060101010101" pitchFamily="49" charset="-122"/>
              <a:ea typeface="楷体" panose="02010609060101010101" pitchFamily="49" charset="-122"/>
            </a:endParaRPr>
          </a:p>
          <a:p>
            <a:pPr algn="ctr">
              <a:lnSpc>
                <a:spcPct val="120000"/>
              </a:lnSpc>
            </a:pPr>
            <a:r>
              <a:rPr lang="zh-CN" altLang="en-US" sz="5400" dirty="0">
                <a:ln w="0"/>
                <a:latin typeface="楷体" panose="02010609060101010101" pitchFamily="49" charset="-122"/>
                <a:ea typeface="楷体" panose="02010609060101010101" pitchFamily="49" charset="-122"/>
              </a:rPr>
              <a:t>就差</a:t>
            </a:r>
            <a:r>
              <a:rPr lang="en-US" altLang="zh-CN" sz="5400" b="0" cap="none" spc="0" dirty="0">
                <a:ln w="0"/>
                <a:solidFill>
                  <a:schemeClr val="tx1"/>
                </a:solidFill>
                <a:effectLst/>
                <a:latin typeface="Times New Roman" panose="02020503050405090304" pitchFamily="18" charset="0"/>
                <a:ea typeface="楷体" panose="02010609060101010101" pitchFamily="49" charset="-122"/>
                <a:cs typeface="Times New Roman" panose="02020503050405090304" pitchFamily="18" charset="0"/>
              </a:rPr>
              <a:t>R</a:t>
            </a:r>
            <a:r>
              <a:rPr lang="zh-CN" altLang="en-US" sz="5400" b="0" cap="none" spc="0" dirty="0">
                <a:ln w="0"/>
                <a:solidFill>
                  <a:schemeClr val="tx1"/>
                </a:solidFill>
                <a:effectLst/>
                <a:latin typeface="楷体" panose="02010609060101010101" pitchFamily="49" charset="-122"/>
                <a:ea typeface="楷体" panose="02010609060101010101" pitchFamily="49" charset="-122"/>
              </a:rPr>
              <a:t>语言了</a:t>
            </a:r>
            <a:endParaRPr lang="en-US" altLang="zh-CN" sz="5400" b="0" cap="none" spc="0" dirty="0">
              <a:ln w="0"/>
              <a:solidFill>
                <a:schemeClr val="tx1"/>
              </a:solidFill>
              <a:effectLst/>
              <a:latin typeface="楷体" panose="02010609060101010101" pitchFamily="49" charset="-122"/>
              <a:ea typeface="楷体" panose="02010609060101010101" pitchFamily="49" charset="-122"/>
            </a:endParaRPr>
          </a:p>
          <a:p>
            <a:pPr algn="ctr">
              <a:lnSpc>
                <a:spcPct val="120000"/>
              </a:lnSpc>
            </a:pPr>
            <a:r>
              <a:rPr lang="zh-CN" altLang="en-US" sz="5400" dirty="0">
                <a:ln w="0"/>
                <a:effectLst/>
                <a:latin typeface="楷体" panose="02010609060101010101" pitchFamily="49" charset="-122"/>
                <a:ea typeface="楷体" panose="02010609060101010101" pitchFamily="49" charset="-122"/>
              </a:rPr>
              <a:t>那就出发！</a:t>
            </a:r>
            <a:endParaRPr lang="en-US" sz="5400" b="0" cap="none" spc="0" dirty="0">
              <a:ln w="0"/>
              <a:solidFill>
                <a:schemeClr val="tx1"/>
              </a:solidFill>
              <a:effectLst/>
              <a:latin typeface="楷体" panose="02010609060101010101" pitchFamily="49" charset="-122"/>
            </a:endParaRPr>
          </a:p>
        </p:txBody>
      </p:sp>
      <p:pic>
        <p:nvPicPr>
          <p:cNvPr id="3" name="图片 2"/>
          <p:cNvPicPr>
            <a:picLocks noChangeAspect="1"/>
          </p:cNvPicPr>
          <p:nvPr>
            <p:custDataLst>
              <p:tags r:id="rId1"/>
            </p:custDataLst>
          </p:nvPr>
        </p:nvPicPr>
        <p:blipFill>
          <a:blip r:embed="rId2"/>
          <a:srcRect r="592"/>
          <a:stretch>
            <a:fillRect/>
          </a:stretch>
        </p:blipFill>
        <p:spPr>
          <a:xfrm>
            <a:off x="7698105" y="2078990"/>
            <a:ext cx="2738120" cy="2612390"/>
          </a:xfrm>
          <a:prstGeom prst="rect">
            <a:avLst/>
          </a:prstGeom>
        </p:spPr>
      </p:pic>
      <p:pic>
        <p:nvPicPr>
          <p:cNvPr id="1026" name="Picture 2" descr="喵星人草帽搞笑上车开车了gif动图_动态图_表情包下载_SOO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4525" y="1510631"/>
            <a:ext cx="3836738" cy="38367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12265" y="1888053"/>
            <a:ext cx="6111240" cy="2085340"/>
          </a:xfrm>
          <a:prstGeom prst="rect">
            <a:avLst/>
          </a:prstGeom>
          <a:noFill/>
        </p:spPr>
        <p:txBody>
          <a:bodyPr wrap="none" lIns="91440" tIns="45720" rIns="91440" bIns="45720">
            <a:spAutoFit/>
          </a:bodyPr>
          <a:lstStyle/>
          <a:p>
            <a:pPr algn="ctr">
              <a:lnSpc>
                <a:spcPct val="120000"/>
              </a:lnSpc>
              <a:buClrTx/>
              <a:buSzTx/>
              <a:buFontTx/>
            </a:pPr>
            <a:r>
              <a:rPr lang="en-US" sz="5400" b="0" cap="none" spc="0" dirty="0">
                <a:ln w="0"/>
                <a:solidFill>
                  <a:schemeClr val="tx1"/>
                </a:solidFill>
                <a:effectLst/>
                <a:latin typeface="Times New Roman Regular" panose="02020503050405090304" charset="0"/>
                <a:ea typeface="楷体" charset="0"/>
                <a:cs typeface="Times New Roman Regular" panose="02020503050405090304" charset="0"/>
              </a:rPr>
              <a:t>Wait!	</a:t>
            </a:r>
            <a:r>
              <a:rPr lang="en-US" sz="5400" b="0" cap="none" spc="0" dirty="0">
                <a:ln w="0"/>
                <a:solidFill>
                  <a:schemeClr val="tx1"/>
                </a:solidFill>
                <a:effectLst/>
                <a:latin typeface="楷体" charset="0"/>
                <a:ea typeface="楷体" charset="0"/>
                <a:cs typeface="楷体" charset="0"/>
              </a:rPr>
              <a:t> </a:t>
            </a:r>
            <a:r>
              <a:rPr lang="zh-CN" altLang="en-US" sz="5400" b="0" cap="none" spc="0" dirty="0">
                <a:ln w="0"/>
                <a:solidFill>
                  <a:schemeClr val="tx1"/>
                </a:solidFill>
                <a:effectLst/>
                <a:latin typeface="楷体" charset="0"/>
                <a:ea typeface="楷体" charset="0"/>
                <a:cs typeface="楷体" charset="0"/>
              </a:rPr>
              <a:t>请先确保带上</a:t>
            </a:r>
            <a:br>
              <a:rPr lang="zh-CN" altLang="en-US" sz="5400" b="0" cap="none" spc="0" dirty="0">
                <a:ln w="0"/>
                <a:solidFill>
                  <a:schemeClr val="tx1"/>
                </a:solidFill>
                <a:effectLst/>
                <a:latin typeface="楷体" charset="0"/>
                <a:ea typeface="楷体" charset="0"/>
                <a:cs typeface="楷体" charset="0"/>
              </a:rPr>
            </a:br>
            <a:r>
              <a:rPr lang="en-US" altLang="zh-CN" sz="5400" b="0" cap="none" spc="0" dirty="0">
                <a:ln w="0"/>
                <a:solidFill>
                  <a:schemeClr val="tx1"/>
                </a:solidFill>
                <a:effectLst/>
                <a:latin typeface="Times New Roman Regular" panose="02020503050405090304" charset="0"/>
                <a:ea typeface="楷体" charset="0"/>
                <a:cs typeface="Times New Roman Regular" panose="02020503050405090304" charset="0"/>
              </a:rPr>
              <a:t>OpenCode</a:t>
            </a:r>
            <a:r>
              <a:rPr lang="zh-CN" altLang="en-US" sz="5400" b="0" cap="none" spc="0" dirty="0">
                <a:ln w="0"/>
                <a:solidFill>
                  <a:schemeClr val="tx1"/>
                </a:solidFill>
                <a:effectLst/>
                <a:latin typeface="楷体" charset="0"/>
                <a:ea typeface="楷体" charset="0"/>
                <a:cs typeface="楷体" charset="0"/>
              </a:rPr>
              <a:t>工具！</a:t>
            </a:r>
            <a:endParaRPr lang="zh-CN" altLang="en-US" sz="5400" b="0" cap="none" spc="0" dirty="0">
              <a:ln w="0"/>
              <a:solidFill>
                <a:schemeClr val="tx1"/>
              </a:solidFill>
              <a:effectLst/>
              <a:latin typeface="楷体" charset="0"/>
              <a:ea typeface="楷体" charset="0"/>
              <a:cs typeface="楷体" charset="0"/>
            </a:endParaRPr>
          </a:p>
        </p:txBody>
      </p:sp>
      <p:pic>
        <p:nvPicPr>
          <p:cNvPr id="6" name="图片 5"/>
          <p:cNvPicPr>
            <a:picLocks noChangeAspect="1"/>
          </p:cNvPicPr>
          <p:nvPr/>
        </p:nvPicPr>
        <p:blipFill>
          <a:blip r:embed="rId1"/>
          <a:stretch>
            <a:fillRect/>
          </a:stretch>
        </p:blipFill>
        <p:spPr>
          <a:xfrm>
            <a:off x="7804150" y="1217930"/>
            <a:ext cx="3986530" cy="398653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OpenCode</a:t>
            </a:r>
            <a:endParaRPr lang="en-US" sz="3600" dirty="0"/>
          </a:p>
        </p:txBody>
      </p:sp>
      <p:sp>
        <p:nvSpPr>
          <p:cNvPr id="2" name="文本框 1"/>
          <p:cNvSpPr txBox="1"/>
          <p:nvPr/>
        </p:nvSpPr>
        <p:spPr>
          <a:xfrm>
            <a:off x="5995670" y="797243"/>
            <a:ext cx="5080000" cy="460375"/>
          </a:xfrm>
          <a:prstGeom prst="rect">
            <a:avLst/>
          </a:prstGeom>
        </p:spPr>
        <p:txBody>
          <a:bodyPr>
            <a:spAutoFit/>
          </a:bodyPr>
          <a:lstStyle/>
          <a:p>
            <a:r>
              <a:rPr lang="en-US" altLang="zh-CN" sz="2400">
                <a:latin typeface="Times New Roman Regular" panose="02020503050405090304" charset="0"/>
                <a:cs typeface="Times New Roman Regular" panose="02020503050405090304" charset="0"/>
              </a:rPr>
              <a:t>https://opencode.ai/download</a:t>
            </a:r>
            <a:endParaRPr lang="en-US" altLang="zh-CN" sz="2400">
              <a:latin typeface="Times New Roman Regular" panose="02020503050405090304" charset="0"/>
              <a:cs typeface="Times New Roman Regular" panose="02020503050405090304" charset="0"/>
            </a:endParaRPr>
          </a:p>
        </p:txBody>
      </p:sp>
      <p:pic>
        <p:nvPicPr>
          <p:cNvPr id="3" name="图片 2" descr="截屏2026-03-10 15.19.27"/>
          <p:cNvPicPr>
            <a:picLocks noChangeAspect="1"/>
          </p:cNvPicPr>
          <p:nvPr/>
        </p:nvPicPr>
        <p:blipFill>
          <a:blip r:embed="rId1"/>
          <a:stretch>
            <a:fillRect/>
          </a:stretch>
        </p:blipFill>
        <p:spPr>
          <a:xfrm>
            <a:off x="1029970" y="2092960"/>
            <a:ext cx="10132695" cy="349885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2.1</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如何安装</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OpenCode</a:t>
            </a:r>
            <a:endParaRPr lang="en-US" sz="3600" dirty="0"/>
          </a:p>
        </p:txBody>
      </p:sp>
      <p:sp>
        <p:nvSpPr>
          <p:cNvPr id="2" name="文本框 1"/>
          <p:cNvSpPr txBox="1"/>
          <p:nvPr/>
        </p:nvSpPr>
        <p:spPr>
          <a:xfrm>
            <a:off x="5995670" y="797243"/>
            <a:ext cx="5080000" cy="460375"/>
          </a:xfrm>
          <a:prstGeom prst="rect">
            <a:avLst/>
          </a:prstGeom>
        </p:spPr>
        <p:txBody>
          <a:bodyPr>
            <a:spAutoFit/>
          </a:bodyPr>
          <a:lstStyle/>
          <a:p>
            <a:r>
              <a:rPr lang="en-US" altLang="zh-CN" sz="2400">
                <a:latin typeface="Times New Roman Regular" panose="02020503050405090304" charset="0"/>
                <a:cs typeface="Times New Roman Regular" panose="02020503050405090304" charset="0"/>
              </a:rPr>
              <a:t>https://opencode.ai/download</a:t>
            </a:r>
            <a:endParaRPr lang="en-US" altLang="zh-CN" sz="2400">
              <a:latin typeface="Times New Roman Regular" panose="02020503050405090304" charset="0"/>
              <a:cs typeface="Times New Roman Regular" panose="02020503050405090304" charset="0"/>
            </a:endParaRPr>
          </a:p>
        </p:txBody>
      </p:sp>
      <p:pic>
        <p:nvPicPr>
          <p:cNvPr id="4" name="图片 3"/>
          <p:cNvPicPr>
            <a:picLocks noChangeAspect="1"/>
          </p:cNvPicPr>
          <p:nvPr/>
        </p:nvPicPr>
        <p:blipFill>
          <a:blip r:embed="rId1"/>
          <a:stretch>
            <a:fillRect/>
          </a:stretch>
        </p:blipFill>
        <p:spPr>
          <a:xfrm>
            <a:off x="1957705" y="1345565"/>
            <a:ext cx="8210550" cy="529336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2.1</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a:t>
            </a:r>
            <a:r>
              <a:rPr lang="en-US" altLang="zh-CN" sz="3600" dirty="0" err="1">
                <a:latin typeface="Times New Roman" panose="02020503050405090304" pitchFamily="18" charset="0"/>
                <a:ea typeface="华文楷体" panose="02010600040101010101" pitchFamily="2" charset="-122"/>
                <a:cs typeface="Times New Roman" panose="02020503050405090304" pitchFamily="18" charset="0"/>
              </a:rPr>
              <a:t>OpenCode</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必备插件：</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oh-my-</a:t>
            </a:r>
            <a:r>
              <a:rPr lang="en-US" altLang="zh-CN" sz="3600" dirty="0" err="1">
                <a:latin typeface="Times New Roman" panose="02020503050405090304" pitchFamily="18" charset="0"/>
                <a:ea typeface="华文楷体" panose="02010600040101010101" pitchFamily="2" charset="-122"/>
                <a:cs typeface="Times New Roman" panose="02020503050405090304" pitchFamily="18" charset="0"/>
              </a:rPr>
              <a:t>opencode</a:t>
            </a:r>
            <a:endParaRPr lang="en-US" sz="3600" dirty="0"/>
          </a:p>
        </p:txBody>
      </p:sp>
      <p:pic>
        <p:nvPicPr>
          <p:cNvPr id="6" name="图片 5"/>
          <p:cNvPicPr>
            <a:picLocks noChangeAspect="1"/>
          </p:cNvPicPr>
          <p:nvPr/>
        </p:nvPicPr>
        <p:blipFill>
          <a:blip r:embed="rId1"/>
          <a:stretch>
            <a:fillRect/>
          </a:stretch>
        </p:blipFill>
        <p:spPr>
          <a:xfrm>
            <a:off x="4104854" y="1956184"/>
            <a:ext cx="8087146" cy="4536691"/>
          </a:xfrm>
          <a:prstGeom prst="rect">
            <a:avLst/>
          </a:prstGeom>
        </p:spPr>
      </p:pic>
      <p:pic>
        <p:nvPicPr>
          <p:cNvPr id="7" name="图片 6"/>
          <p:cNvPicPr>
            <a:picLocks noChangeAspect="1"/>
          </p:cNvPicPr>
          <p:nvPr/>
        </p:nvPicPr>
        <p:blipFill>
          <a:blip r:embed="rId2"/>
          <a:stretch>
            <a:fillRect/>
          </a:stretch>
        </p:blipFill>
        <p:spPr>
          <a:xfrm>
            <a:off x="728633" y="1588212"/>
            <a:ext cx="5367367" cy="2975907"/>
          </a:xfrm>
          <a:prstGeom prst="rect">
            <a:avLst/>
          </a:prstGeom>
        </p:spPr>
      </p:pic>
      <p:sp>
        <p:nvSpPr>
          <p:cNvPr id="10" name="文本框 9"/>
          <p:cNvSpPr txBox="1"/>
          <p:nvPr/>
        </p:nvSpPr>
        <p:spPr>
          <a:xfrm>
            <a:off x="181304" y="5846544"/>
            <a:ext cx="4974020" cy="584775"/>
          </a:xfrm>
          <a:prstGeom prst="rect">
            <a:avLst/>
          </a:prstGeom>
          <a:noFill/>
        </p:spPr>
        <p:txBody>
          <a:bodyPr wrap="square">
            <a:spAutoFit/>
          </a:bodyPr>
          <a:lstStyle/>
          <a:p>
            <a:r>
              <a:rPr lang="zh-CN" altLang="en-US" sz="1600" dirty="0">
                <a:latin typeface="STKaiti" panose="02010600040101010101" pitchFamily="2" charset="-122"/>
                <a:ea typeface="STKaiti" panose="02010600040101010101" pitchFamily="2" charset="-122"/>
                <a:hlinkClick r:id="rId3"/>
              </a:rPr>
              <a:t>https://github.com/code-yeongyu/oh-my-openagent/blob/dev/docs/guide/overview.md</a:t>
            </a:r>
            <a:endParaRPr lang="zh-CN" altLang="en-US" sz="1600" dirty="0">
              <a:latin typeface="STKaiti" panose="02010600040101010101" pitchFamily="2" charset="-122"/>
              <a:ea typeface="STKaiti" panose="0201060004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2.1</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如何安装</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OpenCode</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插件</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oh-my-opencode</a:t>
            </a:r>
            <a:endParaRPr lang="en-US" sz="3600" dirty="0"/>
          </a:p>
        </p:txBody>
      </p:sp>
      <p:sp>
        <p:nvSpPr>
          <p:cNvPr id="3" name="文本框 2"/>
          <p:cNvSpPr txBox="1"/>
          <p:nvPr/>
        </p:nvSpPr>
        <p:spPr>
          <a:xfrm>
            <a:off x="634626" y="1457960"/>
            <a:ext cx="5273129" cy="4422578"/>
          </a:xfrm>
          <a:prstGeom prst="rect">
            <a:avLst/>
          </a:prstGeom>
        </p:spPr>
        <p:txBody>
          <a:bodyPr wrap="square">
            <a:noAutofit/>
          </a:bodyPr>
          <a:lstStyle/>
          <a:p>
            <a:r>
              <a:rPr lang="zh-CN" altLang="en-US" sz="2000" dirty="0">
                <a:latin typeface="STKaiti" panose="02010600040101010101" pitchFamily="2" charset="-122"/>
                <a:ea typeface="STKaiti" panose="02010600040101010101" pitchFamily="2" charset="-122"/>
                <a:cs typeface="楷体" charset="0"/>
              </a:rPr>
              <a:t>把这个</a:t>
            </a:r>
            <a:r>
              <a:rPr lang="en-US" altLang="zh-CN" sz="2000" dirty="0">
                <a:latin typeface="STKaiti" panose="02010600040101010101" pitchFamily="2" charset="-122"/>
                <a:ea typeface="STKaiti" panose="02010600040101010101" pitchFamily="2" charset="-122"/>
                <a:cs typeface="楷体" charset="0"/>
              </a:rPr>
              <a:t>prompt</a:t>
            </a:r>
            <a:r>
              <a:rPr lang="zh-CN" altLang="en-US" sz="2000" dirty="0">
                <a:latin typeface="STKaiti" panose="02010600040101010101" pitchFamily="2" charset="-122"/>
                <a:ea typeface="STKaiti" panose="02010600040101010101" pitchFamily="2" charset="-122"/>
                <a:cs typeface="楷体" charset="0"/>
              </a:rPr>
              <a:t>复制粘贴到 </a:t>
            </a:r>
            <a:r>
              <a:rPr lang="en-US" altLang="zh-CN" sz="2000" dirty="0" err="1">
                <a:latin typeface="STKaiti" panose="02010600040101010101" pitchFamily="2" charset="-122"/>
                <a:ea typeface="STKaiti" panose="02010600040101010101" pitchFamily="2" charset="-122"/>
                <a:cs typeface="楷体" charset="0"/>
              </a:rPr>
              <a:t>opencode</a:t>
            </a:r>
            <a:r>
              <a:rPr lang="en-US" altLang="zh-CN" sz="2000" dirty="0">
                <a:latin typeface="STKaiti" panose="02010600040101010101" pitchFamily="2" charset="-122"/>
                <a:ea typeface="STKaiti" panose="02010600040101010101" pitchFamily="2" charset="-122"/>
                <a:cs typeface="楷体" charset="0"/>
              </a:rPr>
              <a:t> </a:t>
            </a:r>
            <a:r>
              <a:rPr lang="zh-CN" altLang="en-US" sz="2000" dirty="0">
                <a:latin typeface="STKaiti" panose="02010600040101010101" pitchFamily="2" charset="-122"/>
                <a:ea typeface="STKaiti" panose="02010600040101010101" pitchFamily="2" charset="-122"/>
                <a:cs typeface="楷体" charset="0"/>
              </a:rPr>
              <a:t>会话里，自动操作：</a:t>
            </a:r>
            <a:endParaRPr lang="zh-CN" altLang="en-US" sz="2000" dirty="0">
              <a:latin typeface="STKaiti" panose="02010600040101010101" pitchFamily="2" charset="-122"/>
              <a:ea typeface="STKaiti" panose="02010600040101010101" pitchFamily="2" charset="-122"/>
              <a:cs typeface="楷体" charset="0"/>
            </a:endParaRPr>
          </a:p>
          <a:p>
            <a:endParaRPr lang="en-US" altLang="zh-CN" sz="2000" dirty="0">
              <a:latin typeface="楷体" charset="0"/>
              <a:ea typeface="楷体" charset="0"/>
              <a:cs typeface="楷体" charset="0"/>
            </a:endParaRPr>
          </a:p>
          <a:p>
            <a:r>
              <a:rPr lang="en-US" altLang="zh-CN" sz="2000" dirty="0">
                <a:latin typeface="STKaiti" panose="02010600040101010101" pitchFamily="2" charset="-122"/>
                <a:ea typeface="STKaiti" panose="02010600040101010101" pitchFamily="2" charset="-122"/>
                <a:cs typeface="楷体" charset="0"/>
              </a:rPr>
              <a:t>Install and configure by following the instructions here https://</a:t>
            </a:r>
            <a:r>
              <a:rPr lang="en-US" altLang="zh-CN" sz="2000" dirty="0" err="1">
                <a:latin typeface="STKaiti" panose="02010600040101010101" pitchFamily="2" charset="-122"/>
                <a:ea typeface="STKaiti" panose="02010600040101010101" pitchFamily="2" charset="-122"/>
                <a:cs typeface="楷体" charset="0"/>
              </a:rPr>
              <a:t>raw.githubusercontent.com</a:t>
            </a:r>
            <a:r>
              <a:rPr lang="en-US" altLang="zh-CN" sz="2000" dirty="0">
                <a:latin typeface="STKaiti" panose="02010600040101010101" pitchFamily="2" charset="-122"/>
                <a:ea typeface="STKaiti" panose="02010600040101010101" pitchFamily="2" charset="-122"/>
                <a:cs typeface="楷体" charset="0"/>
              </a:rPr>
              <a:t>/code-</a:t>
            </a:r>
            <a:r>
              <a:rPr lang="en-US" altLang="zh-CN" sz="2000" dirty="0" err="1">
                <a:latin typeface="STKaiti" panose="02010600040101010101" pitchFamily="2" charset="-122"/>
                <a:ea typeface="STKaiti" panose="02010600040101010101" pitchFamily="2" charset="-122"/>
                <a:cs typeface="楷体" charset="0"/>
              </a:rPr>
              <a:t>yeongyu</a:t>
            </a:r>
            <a:r>
              <a:rPr lang="en-US" altLang="zh-CN" sz="2000" dirty="0">
                <a:latin typeface="STKaiti" panose="02010600040101010101" pitchFamily="2" charset="-122"/>
                <a:ea typeface="STKaiti" panose="02010600040101010101" pitchFamily="2" charset="-122"/>
                <a:cs typeface="楷体" charset="0"/>
              </a:rPr>
              <a:t>/oh-my-</a:t>
            </a:r>
            <a:r>
              <a:rPr lang="en-US" altLang="zh-CN" sz="2000" dirty="0" err="1">
                <a:latin typeface="STKaiti" panose="02010600040101010101" pitchFamily="2" charset="-122"/>
                <a:ea typeface="STKaiti" panose="02010600040101010101" pitchFamily="2" charset="-122"/>
                <a:cs typeface="楷体" charset="0"/>
              </a:rPr>
              <a:t>opencode</a:t>
            </a:r>
            <a:r>
              <a:rPr lang="en-US" altLang="zh-CN" sz="2000" dirty="0">
                <a:latin typeface="STKaiti" panose="02010600040101010101" pitchFamily="2" charset="-122"/>
                <a:ea typeface="STKaiti" panose="02010600040101010101" pitchFamily="2" charset="-122"/>
                <a:cs typeface="楷体" charset="0"/>
              </a:rPr>
              <a:t>/refs/heads/master/</a:t>
            </a:r>
            <a:r>
              <a:rPr lang="en-US" altLang="zh-CN" sz="2000" dirty="0" err="1">
                <a:latin typeface="STKaiti" panose="02010600040101010101" pitchFamily="2" charset="-122"/>
                <a:ea typeface="STKaiti" panose="02010600040101010101" pitchFamily="2" charset="-122"/>
                <a:cs typeface="楷体" charset="0"/>
              </a:rPr>
              <a:t>README.md</a:t>
            </a:r>
            <a:endParaRPr lang="en-US" altLang="zh-CN" sz="2000" dirty="0">
              <a:latin typeface="STKaiti" panose="02010600040101010101" pitchFamily="2" charset="-122"/>
              <a:ea typeface="STKaiti" panose="02010600040101010101" pitchFamily="2" charset="-122"/>
              <a:cs typeface="楷体" charset="0"/>
            </a:endParaRPr>
          </a:p>
        </p:txBody>
      </p:sp>
      <p:pic>
        <p:nvPicPr>
          <p:cNvPr id="2" name="图片 1"/>
          <p:cNvPicPr>
            <a:picLocks noChangeAspect="1"/>
          </p:cNvPicPr>
          <p:nvPr/>
        </p:nvPicPr>
        <p:blipFill>
          <a:blip r:embed="rId1"/>
          <a:stretch>
            <a:fillRect/>
          </a:stretch>
        </p:blipFill>
        <p:spPr>
          <a:xfrm>
            <a:off x="5905874" y="1457960"/>
            <a:ext cx="6227998" cy="442257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2.2</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Another option: </a:t>
            </a:r>
            <a:r>
              <a:rPr lang="en-US" altLang="zh-CN" sz="3600" dirty="0" err="1">
                <a:latin typeface="Times New Roman" panose="02020503050405090304" pitchFamily="18" charset="0"/>
                <a:ea typeface="华文楷体" panose="02010600040101010101" pitchFamily="2" charset="-122"/>
                <a:cs typeface="Times New Roman" panose="02020503050405090304" pitchFamily="18" charset="0"/>
              </a:rPr>
              <a:t>ClaudeCode</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安装</a:t>
            </a:r>
            <a:endParaRPr lang="en-US" sz="3600" dirty="0"/>
          </a:p>
        </p:txBody>
      </p:sp>
      <p:pic>
        <p:nvPicPr>
          <p:cNvPr id="4" name="图片 3"/>
          <p:cNvPicPr>
            <a:picLocks noChangeAspect="1"/>
          </p:cNvPicPr>
          <p:nvPr/>
        </p:nvPicPr>
        <p:blipFill>
          <a:blip r:embed="rId1"/>
          <a:stretch>
            <a:fillRect/>
          </a:stretch>
        </p:blipFill>
        <p:spPr>
          <a:xfrm>
            <a:off x="838200" y="1690688"/>
            <a:ext cx="5387111" cy="4442004"/>
          </a:xfrm>
          <a:prstGeom prst="rect">
            <a:avLst/>
          </a:prstGeom>
        </p:spPr>
      </p:pic>
      <p:pic>
        <p:nvPicPr>
          <p:cNvPr id="5" name="图片 4"/>
          <p:cNvPicPr>
            <a:picLocks noChangeAspect="1"/>
          </p:cNvPicPr>
          <p:nvPr/>
        </p:nvPicPr>
        <p:blipFill>
          <a:blip r:embed="rId2"/>
          <a:stretch>
            <a:fillRect/>
          </a:stretch>
        </p:blipFill>
        <p:spPr>
          <a:xfrm>
            <a:off x="7319769" y="1324209"/>
            <a:ext cx="3810902" cy="4808483"/>
          </a:xfrm>
          <a:prstGeom prst="rect">
            <a:avLst/>
          </a:prstGeom>
        </p:spPr>
      </p:pic>
      <p:sp>
        <p:nvSpPr>
          <p:cNvPr id="6" name="右箭头 5"/>
          <p:cNvSpPr/>
          <p:nvPr/>
        </p:nvSpPr>
        <p:spPr>
          <a:xfrm>
            <a:off x="6560744" y="3569272"/>
            <a:ext cx="535896" cy="342418"/>
          </a:xfrm>
          <a:prstGeom prst="rightArrow">
            <a:avLst/>
          </a:prstGeom>
          <a:solidFill>
            <a:schemeClr val="tx1">
              <a:lumMod val="50000"/>
              <a:lumOff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2.3</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如何安装</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 Open Code, Agent Prompt</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版</a:t>
            </a:r>
            <a:endParaRPr lang="en-US" sz="3600" dirty="0"/>
          </a:p>
        </p:txBody>
      </p:sp>
      <p:pic>
        <p:nvPicPr>
          <p:cNvPr id="5" name="图片 4"/>
          <p:cNvPicPr>
            <a:picLocks noChangeAspect="1"/>
          </p:cNvPicPr>
          <p:nvPr/>
        </p:nvPicPr>
        <p:blipFill>
          <a:blip r:embed="rId1"/>
          <a:srcRect t="14965"/>
          <a:stretch>
            <a:fillRect/>
          </a:stretch>
        </p:blipFill>
        <p:spPr>
          <a:xfrm>
            <a:off x="1096010" y="1691005"/>
            <a:ext cx="9657715" cy="363601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2.3</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如何安装</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 Open Code, Agent Prompt</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版</a:t>
            </a:r>
            <a:endParaRPr lang="en-US" sz="3600" dirty="0"/>
          </a:p>
        </p:txBody>
      </p:sp>
      <p:pic>
        <p:nvPicPr>
          <p:cNvPr id="5" name="图片 4"/>
          <p:cNvPicPr>
            <a:picLocks noChangeAspect="1"/>
          </p:cNvPicPr>
          <p:nvPr/>
        </p:nvPicPr>
        <p:blipFill>
          <a:blip r:embed="rId1">
            <a:alphaModFix amt="40000"/>
          </a:blip>
          <a:srcRect t="14965"/>
          <a:stretch>
            <a:fillRect/>
          </a:stretch>
        </p:blipFill>
        <p:spPr>
          <a:xfrm>
            <a:off x="425450" y="1294130"/>
            <a:ext cx="5670550" cy="2134870"/>
          </a:xfrm>
          <a:prstGeom prst="rect">
            <a:avLst/>
          </a:prstGeom>
        </p:spPr>
      </p:pic>
      <p:pic>
        <p:nvPicPr>
          <p:cNvPr id="6" name="图片 5"/>
          <p:cNvPicPr>
            <a:picLocks noChangeAspect="1"/>
          </p:cNvPicPr>
          <p:nvPr/>
        </p:nvPicPr>
        <p:blipFill>
          <a:blip r:embed="rId2"/>
          <a:stretch>
            <a:fillRect/>
          </a:stretch>
        </p:blipFill>
        <p:spPr>
          <a:xfrm>
            <a:off x="3020695" y="1691005"/>
            <a:ext cx="6016625" cy="4782820"/>
          </a:xfrm>
          <a:prstGeom prst="rect">
            <a:avLst/>
          </a:prstGeom>
        </p:spPr>
      </p:pic>
      <p:sp>
        <p:nvSpPr>
          <p:cNvPr id="9" name="直角上箭头 8"/>
          <p:cNvSpPr/>
          <p:nvPr/>
        </p:nvSpPr>
        <p:spPr>
          <a:xfrm rot="5400000">
            <a:off x="1838960" y="3589020"/>
            <a:ext cx="849630" cy="730885"/>
          </a:xfrm>
          <a:prstGeom prst="bentUpArrow">
            <a:avLst/>
          </a:prstGeom>
          <a:solidFill>
            <a:schemeClr val="tx1">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2.3</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如何安装</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 Open Code, Agent Prompt</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版</a:t>
            </a:r>
            <a:endParaRPr lang="en-US" sz="3600" dirty="0"/>
          </a:p>
        </p:txBody>
      </p:sp>
      <p:pic>
        <p:nvPicPr>
          <p:cNvPr id="4" name="图片 3"/>
          <p:cNvPicPr>
            <a:picLocks noChangeAspect="1"/>
          </p:cNvPicPr>
          <p:nvPr/>
        </p:nvPicPr>
        <p:blipFill>
          <a:blip r:embed="rId1"/>
          <a:stretch>
            <a:fillRect/>
          </a:stretch>
        </p:blipFill>
        <p:spPr>
          <a:xfrm>
            <a:off x="7743190" y="2211070"/>
            <a:ext cx="3931285" cy="4262755"/>
          </a:xfrm>
          <a:prstGeom prst="rect">
            <a:avLst/>
          </a:prstGeom>
        </p:spPr>
      </p:pic>
      <p:pic>
        <p:nvPicPr>
          <p:cNvPr id="5" name="图片 4"/>
          <p:cNvPicPr>
            <a:picLocks noChangeAspect="1"/>
          </p:cNvPicPr>
          <p:nvPr/>
        </p:nvPicPr>
        <p:blipFill>
          <a:blip r:embed="rId2">
            <a:alphaModFix amt="40000"/>
          </a:blip>
          <a:srcRect t="14965"/>
          <a:stretch>
            <a:fillRect/>
          </a:stretch>
        </p:blipFill>
        <p:spPr>
          <a:xfrm>
            <a:off x="425450" y="1294130"/>
            <a:ext cx="5670550" cy="2134870"/>
          </a:xfrm>
          <a:prstGeom prst="rect">
            <a:avLst/>
          </a:prstGeom>
        </p:spPr>
      </p:pic>
      <p:pic>
        <p:nvPicPr>
          <p:cNvPr id="6" name="图片 5"/>
          <p:cNvPicPr>
            <a:picLocks noChangeAspect="1"/>
          </p:cNvPicPr>
          <p:nvPr/>
        </p:nvPicPr>
        <p:blipFill>
          <a:blip r:embed="rId3">
            <a:alphaModFix amt="40000"/>
          </a:blip>
          <a:stretch>
            <a:fillRect/>
          </a:stretch>
        </p:blipFill>
        <p:spPr>
          <a:xfrm>
            <a:off x="2285365" y="2963545"/>
            <a:ext cx="4416425" cy="3510280"/>
          </a:xfrm>
          <a:prstGeom prst="rect">
            <a:avLst/>
          </a:prstGeom>
        </p:spPr>
      </p:pic>
      <p:sp>
        <p:nvSpPr>
          <p:cNvPr id="9" name="直角上箭头 8"/>
          <p:cNvSpPr/>
          <p:nvPr/>
        </p:nvSpPr>
        <p:spPr>
          <a:xfrm rot="5400000">
            <a:off x="1035685" y="3589020"/>
            <a:ext cx="849630" cy="730885"/>
          </a:xfrm>
          <a:prstGeom prst="bentUpArrow">
            <a:avLst/>
          </a:prstGeom>
          <a:solidFill>
            <a:schemeClr val="tx1">
              <a:lumMod val="50000"/>
              <a:lumOff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右箭头 9"/>
          <p:cNvSpPr/>
          <p:nvPr/>
        </p:nvSpPr>
        <p:spPr>
          <a:xfrm>
            <a:off x="6968490" y="4024630"/>
            <a:ext cx="774700" cy="354965"/>
          </a:xfrm>
          <a:prstGeom prst="rightArrow">
            <a:avLst/>
          </a:prstGeom>
          <a:solidFill>
            <a:schemeClr val="tx1">
              <a:lumMod val="50000"/>
              <a:lumOff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2.3</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如何安装</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 Open Code, Agent Prompt</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版</a:t>
            </a:r>
            <a:endParaRPr lang="en-US" sz="3600" dirty="0"/>
          </a:p>
        </p:txBody>
      </p:sp>
      <p:pic>
        <p:nvPicPr>
          <p:cNvPr id="4" name="图片 3"/>
          <p:cNvPicPr>
            <a:picLocks noChangeAspect="1"/>
          </p:cNvPicPr>
          <p:nvPr/>
        </p:nvPicPr>
        <p:blipFill>
          <a:blip r:embed="rId1">
            <a:alphaModFix amt="40000"/>
          </a:blip>
          <a:stretch>
            <a:fillRect/>
          </a:stretch>
        </p:blipFill>
        <p:spPr>
          <a:xfrm>
            <a:off x="7743190" y="2211070"/>
            <a:ext cx="3931285" cy="4262755"/>
          </a:xfrm>
          <a:prstGeom prst="rect">
            <a:avLst/>
          </a:prstGeom>
        </p:spPr>
      </p:pic>
      <p:pic>
        <p:nvPicPr>
          <p:cNvPr id="5" name="图片 4"/>
          <p:cNvPicPr>
            <a:picLocks noChangeAspect="1"/>
          </p:cNvPicPr>
          <p:nvPr/>
        </p:nvPicPr>
        <p:blipFill>
          <a:blip r:embed="rId2"/>
          <a:srcRect t="14965"/>
          <a:stretch>
            <a:fillRect/>
          </a:stretch>
        </p:blipFill>
        <p:spPr>
          <a:xfrm>
            <a:off x="425450" y="1294130"/>
            <a:ext cx="5670550" cy="2134870"/>
          </a:xfrm>
          <a:prstGeom prst="rect">
            <a:avLst/>
          </a:prstGeom>
        </p:spPr>
      </p:pic>
      <p:pic>
        <p:nvPicPr>
          <p:cNvPr id="6" name="图片 5"/>
          <p:cNvPicPr>
            <a:picLocks noChangeAspect="1"/>
          </p:cNvPicPr>
          <p:nvPr/>
        </p:nvPicPr>
        <p:blipFill>
          <a:blip r:embed="rId3">
            <a:alphaModFix amt="40000"/>
          </a:blip>
          <a:stretch>
            <a:fillRect/>
          </a:stretch>
        </p:blipFill>
        <p:spPr>
          <a:xfrm>
            <a:off x="2285365" y="2963545"/>
            <a:ext cx="4416425" cy="3510280"/>
          </a:xfrm>
          <a:prstGeom prst="rect">
            <a:avLst/>
          </a:prstGeom>
        </p:spPr>
      </p:pic>
      <p:sp>
        <p:nvSpPr>
          <p:cNvPr id="10" name="右箭头 9"/>
          <p:cNvSpPr/>
          <p:nvPr/>
        </p:nvSpPr>
        <p:spPr>
          <a:xfrm>
            <a:off x="6968490" y="4024630"/>
            <a:ext cx="774700" cy="354965"/>
          </a:xfrm>
          <a:prstGeom prst="rightArrow">
            <a:avLst/>
          </a:prstGeom>
          <a:solidFill>
            <a:schemeClr val="tx1">
              <a:lumMod val="50000"/>
              <a:lumOff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4"/>
          <a:stretch>
            <a:fillRect/>
          </a:stretch>
        </p:blipFill>
        <p:spPr>
          <a:xfrm>
            <a:off x="3832860" y="1873885"/>
            <a:ext cx="4584700" cy="45847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27654" y="6338143"/>
            <a:ext cx="6038461" cy="369332"/>
          </a:xfrm>
          <a:prstGeom prst="rect">
            <a:avLst/>
          </a:prstGeom>
          <a:noFill/>
        </p:spPr>
        <p:txBody>
          <a:bodyPr wrap="square" rtlCol="0">
            <a:spAutoFit/>
          </a:bodyPr>
          <a:lstStyle/>
          <a:p>
            <a:r>
              <a:rPr lang="en-US" altLang="zh-CN" dirty="0">
                <a:latin typeface="Times New Roman" panose="02020503050405090304" pitchFamily="18" charset="0"/>
                <a:ea typeface="楷体" panose="02010609060101010101" pitchFamily="49" charset="-122"/>
                <a:cs typeface="Times New Roman" panose="02020503050405090304" pitchFamily="18" charset="0"/>
                <a:hlinkClick r:id="rId1"/>
              </a:rPr>
              <a:t>https://mirrors.tuna.tsinghua.edu.cn/CRAN/</a:t>
            </a:r>
            <a:endParaRPr lang="zh-CN" altLang="en-US" dirty="0">
              <a:latin typeface="Times New Roman" panose="02020503050405090304" pitchFamily="18" charset="0"/>
              <a:ea typeface="楷体" panose="02010609060101010101" pitchFamily="49" charset="-122"/>
              <a:cs typeface="Times New Roman" panose="02020503050405090304" pitchFamily="18" charset="0"/>
            </a:endParaRPr>
          </a:p>
        </p:txBody>
      </p:sp>
      <p:sp>
        <p:nvSpPr>
          <p:cNvPr id="8"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2.3</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如何安装</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r>
              <a:rPr lang="zh-CN" altLang="en-US" sz="3600" dirty="0">
                <a:latin typeface="华文楷体" panose="02010600040101010101" pitchFamily="2" charset="-122"/>
                <a:ea typeface="华文楷体" panose="02010600040101010101" pitchFamily="2" charset="-122"/>
              </a:rPr>
              <a:t>？</a:t>
            </a:r>
            <a:endParaRPr lang="en-US" sz="3600" dirty="0"/>
          </a:p>
        </p:txBody>
      </p:sp>
      <p:pic>
        <p:nvPicPr>
          <p:cNvPr id="16" name="图片 15"/>
          <p:cNvPicPr>
            <a:picLocks noChangeAspect="1"/>
          </p:cNvPicPr>
          <p:nvPr>
            <p:custDataLst>
              <p:tags r:id="rId2"/>
            </p:custDataLst>
          </p:nvPr>
        </p:nvPicPr>
        <p:blipFill>
          <a:blip r:embed="rId3"/>
          <a:stretch>
            <a:fillRect/>
          </a:stretch>
        </p:blipFill>
        <p:spPr>
          <a:xfrm>
            <a:off x="600075" y="2216150"/>
            <a:ext cx="11134725" cy="24257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27654" y="6338143"/>
            <a:ext cx="6038461" cy="369332"/>
          </a:xfrm>
          <a:prstGeom prst="rect">
            <a:avLst/>
          </a:prstGeom>
          <a:noFill/>
        </p:spPr>
        <p:txBody>
          <a:bodyPr wrap="square" rtlCol="0">
            <a:spAutoFit/>
          </a:bodyPr>
          <a:lstStyle/>
          <a:p>
            <a:r>
              <a:rPr lang="en-US" altLang="zh-CN" dirty="0">
                <a:latin typeface="Times New Roman" panose="02020503050405090304" pitchFamily="18" charset="0"/>
                <a:ea typeface="楷体" panose="02010609060101010101" pitchFamily="49" charset="-122"/>
                <a:cs typeface="Times New Roman" panose="02020503050405090304" pitchFamily="18" charset="0"/>
                <a:hlinkClick r:id="rId1"/>
              </a:rPr>
              <a:t>https://mirrors.tuna.tsinghua.edu.cn/CRAN/</a:t>
            </a:r>
            <a:endParaRPr lang="zh-CN" altLang="en-US" dirty="0">
              <a:latin typeface="Times New Roman" panose="02020503050405090304" pitchFamily="18" charset="0"/>
              <a:ea typeface="楷体" panose="02010609060101010101" pitchFamily="49" charset="-122"/>
              <a:cs typeface="Times New Roman" panose="02020503050405090304" pitchFamily="18" charset="0"/>
            </a:endParaRPr>
          </a:p>
        </p:txBody>
      </p:sp>
      <p:sp>
        <p:nvSpPr>
          <p:cNvPr id="8"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2.3</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如何安装</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r>
              <a:rPr lang="zh-CN" altLang="en-US" sz="3600" dirty="0">
                <a:latin typeface="华文楷体" panose="02010600040101010101" pitchFamily="2" charset="-122"/>
                <a:ea typeface="华文楷体" panose="02010600040101010101" pitchFamily="2" charset="-122"/>
              </a:rPr>
              <a:t>？</a:t>
            </a:r>
            <a:endParaRPr lang="en-US" sz="3600" dirty="0"/>
          </a:p>
        </p:txBody>
      </p:sp>
      <p:pic>
        <p:nvPicPr>
          <p:cNvPr id="10" name="图片 9"/>
          <p:cNvPicPr>
            <a:picLocks noChangeAspect="1"/>
          </p:cNvPicPr>
          <p:nvPr>
            <p:custDataLst>
              <p:tags r:id="rId2"/>
            </p:custDataLst>
          </p:nvPr>
        </p:nvPicPr>
        <p:blipFill>
          <a:blip r:embed="rId3"/>
          <a:stretch>
            <a:fillRect/>
          </a:stretch>
        </p:blipFill>
        <p:spPr>
          <a:xfrm>
            <a:off x="943610" y="2144395"/>
            <a:ext cx="9319260" cy="748030"/>
          </a:xfrm>
          <a:prstGeom prst="rect">
            <a:avLst/>
          </a:prstGeom>
        </p:spPr>
      </p:pic>
      <p:pic>
        <p:nvPicPr>
          <p:cNvPr id="11" name="图片 10"/>
          <p:cNvPicPr>
            <a:picLocks noChangeAspect="1"/>
          </p:cNvPicPr>
          <p:nvPr>
            <p:custDataLst>
              <p:tags r:id="rId4"/>
            </p:custDataLst>
          </p:nvPr>
        </p:nvPicPr>
        <p:blipFill>
          <a:blip r:embed="rId5"/>
          <a:stretch>
            <a:fillRect/>
          </a:stretch>
        </p:blipFill>
        <p:spPr>
          <a:xfrm>
            <a:off x="9342562" y="2892425"/>
            <a:ext cx="1638300" cy="1743075"/>
          </a:xfrm>
          <a:prstGeom prst="rect">
            <a:avLst/>
          </a:prstGeom>
        </p:spPr>
      </p:pic>
      <p:sp>
        <p:nvSpPr>
          <p:cNvPr id="12" name="右箭头 11"/>
          <p:cNvSpPr/>
          <p:nvPr/>
        </p:nvSpPr>
        <p:spPr>
          <a:xfrm>
            <a:off x="8327293" y="3585051"/>
            <a:ext cx="852805" cy="51943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p:cNvSpPr txBox="1"/>
          <p:nvPr/>
        </p:nvSpPr>
        <p:spPr>
          <a:xfrm>
            <a:off x="943610" y="1468120"/>
            <a:ext cx="4064000" cy="460375"/>
          </a:xfrm>
          <a:prstGeom prst="rect">
            <a:avLst/>
          </a:prstGeom>
          <a:noFill/>
        </p:spPr>
        <p:txBody>
          <a:bodyPr wrap="square" rtlCol="0">
            <a:spAutoFit/>
          </a:bodyPr>
          <a:lstStyle/>
          <a:p>
            <a:r>
              <a:rPr lang="en-US" altLang="zh-CN" sz="2400" b="1">
                <a:latin typeface="Times New Roman" panose="02020503050405090304" pitchFamily="18" charset="0"/>
                <a:cs typeface="Times New Roman" panose="02020503050405090304" pitchFamily="18" charset="0"/>
              </a:rPr>
              <a:t>Download R for Windows</a:t>
            </a:r>
            <a:endParaRPr lang="en-US" altLang="zh-CN" sz="2400" b="1">
              <a:latin typeface="Times New Roman" panose="02020503050405090304" pitchFamily="18" charset="0"/>
              <a:cs typeface="Times New Roman" panose="02020503050405090304" pitchFamily="18" charset="0"/>
            </a:endParaRPr>
          </a:p>
        </p:txBody>
      </p:sp>
      <p:pic>
        <p:nvPicPr>
          <p:cNvPr id="2" name="Picture 1"/>
          <p:cNvPicPr>
            <a:picLocks noChangeAspect="1"/>
          </p:cNvPicPr>
          <p:nvPr/>
        </p:nvPicPr>
        <p:blipFill rotWithShape="1">
          <a:blip r:embed="rId6"/>
          <a:srcRect l="-1" t="36823" r="43035"/>
          <a:stretch>
            <a:fillRect/>
          </a:stretch>
        </p:blipFill>
        <p:spPr>
          <a:xfrm>
            <a:off x="877956" y="3181985"/>
            <a:ext cx="7286874" cy="132556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943609" y="2022529"/>
            <a:ext cx="10120227" cy="3662654"/>
          </a:xfrm>
          <a:prstGeom prst="rect">
            <a:avLst/>
          </a:prstGeom>
        </p:spPr>
      </p:pic>
      <p:sp>
        <p:nvSpPr>
          <p:cNvPr id="6" name="文本框 5"/>
          <p:cNvSpPr txBox="1"/>
          <p:nvPr/>
        </p:nvSpPr>
        <p:spPr>
          <a:xfrm>
            <a:off x="427654" y="6338143"/>
            <a:ext cx="6038461" cy="369332"/>
          </a:xfrm>
          <a:prstGeom prst="rect">
            <a:avLst/>
          </a:prstGeom>
          <a:noFill/>
        </p:spPr>
        <p:txBody>
          <a:bodyPr wrap="square" rtlCol="0">
            <a:spAutoFit/>
          </a:bodyPr>
          <a:lstStyle/>
          <a:p>
            <a:r>
              <a:rPr lang="en-US" altLang="zh-CN" dirty="0">
                <a:latin typeface="Times New Roman" panose="02020503050405090304" pitchFamily="18" charset="0"/>
                <a:ea typeface="楷体" panose="02010609060101010101" pitchFamily="49" charset="-122"/>
                <a:cs typeface="Times New Roman" panose="02020503050405090304" pitchFamily="18" charset="0"/>
                <a:hlinkClick r:id="rId2"/>
              </a:rPr>
              <a:t>https://mirrors.tuna.tsinghua.edu.cn/CRAN/</a:t>
            </a:r>
            <a:endParaRPr lang="zh-CN" altLang="en-US" dirty="0">
              <a:latin typeface="Times New Roman" panose="02020503050405090304" pitchFamily="18" charset="0"/>
              <a:ea typeface="楷体" panose="02010609060101010101" pitchFamily="49" charset="-122"/>
              <a:cs typeface="Times New Roman" panose="02020503050405090304" pitchFamily="18" charset="0"/>
            </a:endParaRPr>
          </a:p>
        </p:txBody>
      </p:sp>
      <p:sp>
        <p:nvSpPr>
          <p:cNvPr id="8"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2.3</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如何安装</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r>
              <a:rPr lang="zh-CN" altLang="en-US" sz="3600" dirty="0">
                <a:latin typeface="华文楷体" panose="02010600040101010101" pitchFamily="2" charset="-122"/>
                <a:ea typeface="华文楷体" panose="02010600040101010101" pitchFamily="2" charset="-122"/>
              </a:rPr>
              <a:t>？</a:t>
            </a:r>
            <a:endParaRPr lang="en-US" sz="3600" dirty="0"/>
          </a:p>
        </p:txBody>
      </p:sp>
      <p:sp>
        <p:nvSpPr>
          <p:cNvPr id="15" name="文本框 14"/>
          <p:cNvSpPr txBox="1"/>
          <p:nvPr>
            <p:custDataLst>
              <p:tags r:id="rId3"/>
            </p:custDataLst>
          </p:nvPr>
        </p:nvSpPr>
        <p:spPr>
          <a:xfrm>
            <a:off x="943610" y="1468120"/>
            <a:ext cx="4064000" cy="460375"/>
          </a:xfrm>
          <a:prstGeom prst="rect">
            <a:avLst/>
          </a:prstGeom>
          <a:noFill/>
        </p:spPr>
        <p:txBody>
          <a:bodyPr wrap="square" rtlCol="0">
            <a:spAutoFit/>
          </a:bodyPr>
          <a:lstStyle/>
          <a:p>
            <a:r>
              <a:rPr lang="en-US" altLang="zh-CN" sz="2400" b="1">
                <a:latin typeface="Times New Roman" panose="02020503050405090304" pitchFamily="18" charset="0"/>
                <a:cs typeface="Times New Roman" panose="02020503050405090304" pitchFamily="18" charset="0"/>
              </a:rPr>
              <a:t>Download R for macOS</a:t>
            </a:r>
            <a:endParaRPr lang="en-US" altLang="zh-CN" sz="2400" b="1">
              <a:latin typeface="Times New Roman" panose="02020503050405090304" pitchFamily="18" charset="0"/>
              <a:cs typeface="Times New Roman" panose="02020503050405090304" pitchFamily="18" charset="0"/>
            </a:endParaRPr>
          </a:p>
        </p:txBody>
      </p:sp>
      <p:sp>
        <p:nvSpPr>
          <p:cNvPr id="2" name="矩形 1"/>
          <p:cNvSpPr/>
          <p:nvPr/>
        </p:nvSpPr>
        <p:spPr>
          <a:xfrm>
            <a:off x="943609" y="2356182"/>
            <a:ext cx="2395939" cy="539682"/>
          </a:xfrm>
          <a:prstGeom prst="rect">
            <a:avLst/>
          </a:prstGeom>
          <a:noFill/>
          <a:ln w="28575">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矩形 2"/>
          <p:cNvSpPr/>
          <p:nvPr>
            <p:custDataLst>
              <p:tags r:id="rId4"/>
            </p:custDataLst>
          </p:nvPr>
        </p:nvSpPr>
        <p:spPr>
          <a:xfrm>
            <a:off x="943609" y="3131171"/>
            <a:ext cx="1523366" cy="539681"/>
          </a:xfrm>
          <a:prstGeom prst="rect">
            <a:avLst/>
          </a:prstGeom>
          <a:noFill/>
          <a:ln w="28575">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内容占位符 8"/>
          <p:cNvPicPr>
            <a:picLocks noGrp="1" noChangeAspect="1"/>
          </p:cNvPicPr>
          <p:nvPr>
            <p:ph idx="1"/>
          </p:nvPr>
        </p:nvPicPr>
        <p:blipFill rotWithShape="1">
          <a:blip r:embed="rId1"/>
          <a:srcRect l="1612" t="5506" r="3407" b="2499"/>
          <a:stretch>
            <a:fillRect/>
          </a:stretch>
        </p:blipFill>
        <p:spPr>
          <a:xfrm>
            <a:off x="3538220" y="2419985"/>
            <a:ext cx="5221605" cy="2631440"/>
          </a:xfrm>
          <a:prstGeom prst="rect">
            <a:avLst/>
          </a:prstGeom>
        </p:spPr>
      </p:pic>
      <p:sp>
        <p:nvSpPr>
          <p:cNvPr id="6"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2.3</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如何安装</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r>
              <a:rPr lang="zh-CN" altLang="en-US" sz="3600" dirty="0">
                <a:latin typeface="华文楷体" panose="02010600040101010101" pitchFamily="2" charset="-122"/>
                <a:ea typeface="华文楷体" panose="02010600040101010101" pitchFamily="2" charset="-122"/>
              </a:rPr>
              <a:t>？</a:t>
            </a:r>
            <a:endParaRPr lang="en-US" sz="3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2.3</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如何安装</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r>
              <a:rPr lang="zh-CN" altLang="en-US" sz="3600" dirty="0">
                <a:latin typeface="华文楷体" panose="02010600040101010101" pitchFamily="2" charset="-122"/>
                <a:ea typeface="华文楷体" panose="02010600040101010101" pitchFamily="2" charset="-122"/>
              </a:rPr>
              <a:t>？</a:t>
            </a:r>
            <a:endParaRPr lang="en-US" sz="3600" dirty="0"/>
          </a:p>
        </p:txBody>
      </p:sp>
      <p:pic>
        <p:nvPicPr>
          <p:cNvPr id="3" name="图片 2"/>
          <p:cNvPicPr>
            <a:picLocks noChangeAspect="1"/>
          </p:cNvPicPr>
          <p:nvPr>
            <p:custDataLst>
              <p:tags r:id="rId1"/>
            </p:custDataLst>
          </p:nvPr>
        </p:nvPicPr>
        <p:blipFill>
          <a:blip r:embed="rId2"/>
          <a:stretch>
            <a:fillRect/>
          </a:stretch>
        </p:blipFill>
        <p:spPr>
          <a:xfrm>
            <a:off x="2977515" y="1814830"/>
            <a:ext cx="6039485" cy="438340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089935" y="5920951"/>
            <a:ext cx="8012130" cy="584775"/>
          </a:xfrm>
          <a:prstGeom prst="rect">
            <a:avLst/>
          </a:prstGeom>
          <a:noFill/>
        </p:spPr>
        <p:txBody>
          <a:bodyPr wrap="none" rtlCol="0">
            <a:spAutoFit/>
          </a:bodyPr>
          <a:lstStyle/>
          <a:p>
            <a:r>
              <a:rPr lang="zh-CN" altLang="en-US" sz="3200" b="1" dirty="0">
                <a:solidFill>
                  <a:srgbClr val="FF0000"/>
                </a:solidFill>
                <a:latin typeface="楷体" panose="02010609060101010101" pitchFamily="49" charset="-122"/>
                <a:ea typeface="楷体" panose="02010609060101010101" pitchFamily="49" charset="-122"/>
              </a:rPr>
              <a:t>注意！请勿将安装路径设置在中文目录下！</a:t>
            </a:r>
            <a:endParaRPr lang="zh-CN" altLang="en-US" sz="3200" b="1" dirty="0">
              <a:solidFill>
                <a:srgbClr val="FF0000"/>
              </a:solidFill>
              <a:latin typeface="楷体" panose="02010609060101010101" pitchFamily="49" charset="-122"/>
              <a:ea typeface="楷体" panose="02010609060101010101" pitchFamily="49" charset="-122"/>
            </a:endParaRPr>
          </a:p>
        </p:txBody>
      </p:sp>
      <p:sp>
        <p:nvSpPr>
          <p:cNvPr id="8"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2.3</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如何安装</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r>
              <a:rPr lang="zh-CN" altLang="en-US" sz="3600" dirty="0">
                <a:latin typeface="华文楷体" panose="02010600040101010101" pitchFamily="2" charset="-122"/>
                <a:ea typeface="华文楷体" panose="02010600040101010101" pitchFamily="2" charset="-122"/>
              </a:rPr>
              <a:t>？</a:t>
            </a:r>
            <a:endParaRPr lang="en-US" sz="3600" dirty="0"/>
          </a:p>
        </p:txBody>
      </p:sp>
      <p:pic>
        <p:nvPicPr>
          <p:cNvPr id="3" name="内容占位符 2"/>
          <p:cNvPicPr>
            <a:picLocks noGrp="1" noChangeAspect="1"/>
          </p:cNvPicPr>
          <p:nvPr>
            <p:ph idx="1"/>
            <p:custDataLst>
              <p:tags r:id="rId1"/>
            </p:custDataLst>
          </p:nvPr>
        </p:nvPicPr>
        <p:blipFill>
          <a:blip r:embed="rId2"/>
          <a:stretch>
            <a:fillRect/>
          </a:stretch>
        </p:blipFill>
        <p:spPr>
          <a:xfrm>
            <a:off x="3277235" y="1561465"/>
            <a:ext cx="5638165" cy="413448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2.3</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如何安装</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r>
              <a:rPr lang="zh-CN" altLang="en-US" sz="3600" dirty="0">
                <a:latin typeface="华文楷体" panose="02010600040101010101" pitchFamily="2" charset="-122"/>
                <a:ea typeface="华文楷体" panose="02010600040101010101" pitchFamily="2" charset="-122"/>
              </a:rPr>
              <a:t>？</a:t>
            </a:r>
            <a:endParaRPr lang="en-US" sz="3600" dirty="0"/>
          </a:p>
        </p:txBody>
      </p:sp>
      <p:pic>
        <p:nvPicPr>
          <p:cNvPr id="2" name="图片 1"/>
          <p:cNvPicPr>
            <a:picLocks noChangeAspect="1"/>
          </p:cNvPicPr>
          <p:nvPr>
            <p:custDataLst>
              <p:tags r:id="rId1"/>
            </p:custDataLst>
          </p:nvPr>
        </p:nvPicPr>
        <p:blipFill>
          <a:blip r:embed="rId2"/>
          <a:stretch>
            <a:fillRect/>
          </a:stretch>
        </p:blipFill>
        <p:spPr>
          <a:xfrm>
            <a:off x="3107055" y="1691005"/>
            <a:ext cx="5977255" cy="435546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2.3</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如何安装</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r>
              <a:rPr lang="zh-CN" altLang="en-US" sz="3600" dirty="0">
                <a:latin typeface="华文楷体" panose="02010600040101010101" pitchFamily="2" charset="-122"/>
                <a:ea typeface="华文楷体" panose="02010600040101010101" pitchFamily="2" charset="-122"/>
              </a:rPr>
              <a:t>？</a:t>
            </a:r>
            <a:endParaRPr lang="en-US" sz="3600" dirty="0"/>
          </a:p>
        </p:txBody>
      </p:sp>
      <p:pic>
        <p:nvPicPr>
          <p:cNvPr id="3" name="内容占位符 2"/>
          <p:cNvPicPr>
            <a:picLocks noGrp="1" noChangeAspect="1"/>
          </p:cNvPicPr>
          <p:nvPr>
            <p:ph idx="1"/>
            <p:custDataLst>
              <p:tags r:id="rId1"/>
            </p:custDataLst>
          </p:nvPr>
        </p:nvPicPr>
        <p:blipFill>
          <a:blip r:embed="rId2"/>
          <a:stretch>
            <a:fillRect/>
          </a:stretch>
        </p:blipFill>
        <p:spPr>
          <a:xfrm>
            <a:off x="3154045" y="1751965"/>
            <a:ext cx="5882640" cy="435165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2.3</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如何安装</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r>
              <a:rPr lang="zh-CN" altLang="en-US" sz="3600" dirty="0">
                <a:latin typeface="华文楷体" panose="02010600040101010101" pitchFamily="2" charset="-122"/>
                <a:ea typeface="华文楷体" panose="02010600040101010101" pitchFamily="2" charset="-122"/>
              </a:rPr>
              <a:t>？</a:t>
            </a:r>
            <a:endParaRPr lang="en-US" sz="3600" dirty="0"/>
          </a:p>
        </p:txBody>
      </p:sp>
      <p:pic>
        <p:nvPicPr>
          <p:cNvPr id="3" name="内容占位符 2"/>
          <p:cNvPicPr>
            <a:picLocks noGrp="1" noChangeAspect="1"/>
          </p:cNvPicPr>
          <p:nvPr>
            <p:ph idx="1"/>
            <p:custDataLst>
              <p:tags r:id="rId1"/>
            </p:custDataLst>
          </p:nvPr>
        </p:nvPicPr>
        <p:blipFill>
          <a:blip r:embed="rId2"/>
          <a:stretch>
            <a:fillRect/>
          </a:stretch>
        </p:blipFill>
        <p:spPr>
          <a:xfrm>
            <a:off x="3122295" y="1825625"/>
            <a:ext cx="5946775" cy="435165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2.3</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 如何安装</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r>
              <a:rPr lang="zh-CN" altLang="en-US" sz="3600" dirty="0">
                <a:latin typeface="华文楷体" panose="02010600040101010101" pitchFamily="2" charset="-122"/>
                <a:ea typeface="华文楷体" panose="02010600040101010101" pitchFamily="2" charset="-122"/>
              </a:rPr>
              <a:t>？</a:t>
            </a:r>
            <a:endParaRPr lang="en-US" sz="3600" dirty="0"/>
          </a:p>
        </p:txBody>
      </p:sp>
      <p:pic>
        <p:nvPicPr>
          <p:cNvPr id="3" name="内容占位符 2"/>
          <p:cNvPicPr>
            <a:picLocks noGrp="1" noChangeAspect="1"/>
          </p:cNvPicPr>
          <p:nvPr>
            <p:ph idx="1"/>
            <p:custDataLst>
              <p:tags r:id="rId1"/>
            </p:custDataLst>
          </p:nvPr>
        </p:nvPicPr>
        <p:blipFill>
          <a:blip r:embed="rId2"/>
          <a:stretch>
            <a:fillRect/>
          </a:stretch>
        </p:blipFill>
        <p:spPr>
          <a:xfrm>
            <a:off x="3006725" y="1691005"/>
            <a:ext cx="5955665" cy="435165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2.4 R console</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（控制台）</a:t>
            </a:r>
            <a:endParaRPr lang="en-US" altLang="zh-CN" sz="3600" dirty="0"/>
          </a:p>
        </p:txBody>
      </p:sp>
      <p:pic>
        <p:nvPicPr>
          <p:cNvPr id="3" name="内容占位符 2"/>
          <p:cNvPicPr>
            <a:picLocks noGrp="1" noChangeAspect="1"/>
          </p:cNvPicPr>
          <p:nvPr>
            <p:ph idx="1"/>
            <p:custDataLst>
              <p:tags r:id="rId1"/>
            </p:custDataLst>
          </p:nvPr>
        </p:nvPicPr>
        <p:blipFill>
          <a:blip r:embed="rId2"/>
          <a:stretch>
            <a:fillRect/>
          </a:stretch>
        </p:blipFill>
        <p:spPr>
          <a:xfrm>
            <a:off x="416661" y="1843171"/>
            <a:ext cx="7628890" cy="4462780"/>
          </a:xfrm>
          <a:prstGeom prst="rect">
            <a:avLst/>
          </a:prstGeom>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9548" y="1843171"/>
            <a:ext cx="3810000" cy="3340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linds(horizont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2.4 R console</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（命令行控制台）</a:t>
            </a:r>
            <a:endParaRPr lang="en-US" altLang="zh-CN" sz="3600" dirty="0"/>
          </a:p>
        </p:txBody>
      </p:sp>
      <p:pic>
        <p:nvPicPr>
          <p:cNvPr id="3" name="内容占位符 2"/>
          <p:cNvPicPr>
            <a:picLocks noGrp="1" noChangeAspect="1"/>
          </p:cNvPicPr>
          <p:nvPr>
            <p:ph idx="1"/>
            <p:custDataLst>
              <p:tags r:id="rId1"/>
            </p:custDataLst>
          </p:nvPr>
        </p:nvPicPr>
        <p:blipFill>
          <a:blip r:embed="rId2"/>
          <a:stretch>
            <a:fillRect/>
          </a:stretch>
        </p:blipFill>
        <p:spPr>
          <a:xfrm>
            <a:off x="2281555" y="1739900"/>
            <a:ext cx="7628890" cy="4462780"/>
          </a:xfrm>
          <a:prstGeom prst="rect">
            <a:avLst/>
          </a:prstGeom>
        </p:spPr>
      </p:pic>
      <p:sp>
        <p:nvSpPr>
          <p:cNvPr id="6" name="矩形 5"/>
          <p:cNvSpPr/>
          <p:nvPr>
            <p:custDataLst>
              <p:tags r:id="rId3"/>
            </p:custDataLst>
          </p:nvPr>
        </p:nvSpPr>
        <p:spPr>
          <a:xfrm>
            <a:off x="2178685" y="2510790"/>
            <a:ext cx="3344545" cy="43370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sp>
        <p:nvSpPr>
          <p:cNvPr id="4" name="文本框 3"/>
          <p:cNvSpPr txBox="1"/>
          <p:nvPr>
            <p:custDataLst>
              <p:tags r:id="rId4"/>
            </p:custDataLst>
          </p:nvPr>
        </p:nvSpPr>
        <p:spPr>
          <a:xfrm>
            <a:off x="791845" y="2510790"/>
            <a:ext cx="1489710" cy="460375"/>
          </a:xfrm>
          <a:prstGeom prst="rect">
            <a:avLst/>
          </a:prstGeom>
          <a:noFill/>
        </p:spPr>
        <p:txBody>
          <a:bodyPr wrap="square" rtlCol="0">
            <a:spAutoFit/>
          </a:bodyPr>
          <a:lstStyle/>
          <a:p>
            <a:r>
              <a:rPr lang="zh-CN" altLang="en-US" sz="2400" b="1" dirty="0">
                <a:solidFill>
                  <a:srgbClr val="FF0000"/>
                </a:solidFill>
                <a:latin typeface="楷体" panose="02010609060101010101" pitchFamily="49" charset="-122"/>
                <a:ea typeface="楷体" panose="02010609060101010101" pitchFamily="49" charset="-122"/>
              </a:rPr>
              <a:t>版本信息</a:t>
            </a:r>
            <a:endParaRPr lang="zh-CN" altLang="en-US" sz="2400" b="1" dirty="0">
              <a:solidFill>
                <a:srgbClr val="FF0000"/>
              </a:solidFill>
              <a:latin typeface="楷体" panose="02010609060101010101" pitchFamily="49" charset="-122"/>
              <a:ea typeface="楷体" panose="02010609060101010101" pitchFamily="49" charset="-122"/>
            </a:endParaRPr>
          </a:p>
        </p:txBody>
      </p:sp>
      <p:cxnSp>
        <p:nvCxnSpPr>
          <p:cNvPr id="8" name="直接箭头连接符 7"/>
          <p:cNvCxnSpPr/>
          <p:nvPr>
            <p:custDataLst>
              <p:tags r:id="rId5"/>
            </p:custDataLst>
          </p:nvPr>
        </p:nvCxnSpPr>
        <p:spPr>
          <a:xfrm flipH="1" flipV="1">
            <a:off x="2491803" y="4256925"/>
            <a:ext cx="1816735" cy="28384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p:cNvSpPr txBox="1"/>
          <p:nvPr>
            <p:custDataLst>
              <p:tags r:id="rId6"/>
            </p:custDataLst>
          </p:nvPr>
        </p:nvSpPr>
        <p:spPr>
          <a:xfrm>
            <a:off x="4308576" y="4540889"/>
            <a:ext cx="1438405" cy="461665"/>
          </a:xfrm>
          <a:prstGeom prst="rect">
            <a:avLst/>
          </a:prstGeom>
          <a:noFill/>
          <a:ln w="38100">
            <a:solidFill>
              <a:srgbClr val="FF0000"/>
            </a:solidFill>
          </a:ln>
        </p:spPr>
        <p:txBody>
          <a:bodyPr wrap="square" rtlCol="0">
            <a:spAutoFit/>
          </a:bodyPr>
          <a:lstStyle/>
          <a:p>
            <a:r>
              <a:rPr lang="zh-CN" altLang="en-US" sz="2400" dirty="0">
                <a:latin typeface="楷体" panose="02010609060101010101" pitchFamily="49" charset="-122"/>
                <a:ea typeface="楷体" panose="02010609060101010101" pitchFamily="49" charset="-122"/>
              </a:rPr>
              <a:t>输入代码</a:t>
            </a:r>
            <a:endParaRPr lang="zh-CN" altLang="en-US" sz="2400" dirty="0">
              <a:latin typeface="楷体" panose="02010609060101010101" pitchFamily="49" charset="-122"/>
              <a:ea typeface="楷体" panose="02010609060101010101" pitchFamily="49"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p:cNvPicPr>
            <a:picLocks noGrp="1" noChangeAspect="1"/>
          </p:cNvPicPr>
          <p:nvPr>
            <p:ph idx="1"/>
          </p:nvPr>
        </p:nvPicPr>
        <p:blipFill>
          <a:blip r:embed="rId1"/>
          <a:stretch>
            <a:fillRect/>
          </a:stretch>
        </p:blipFill>
        <p:spPr>
          <a:xfrm>
            <a:off x="1208400" y="1690688"/>
            <a:ext cx="10080000" cy="4058815"/>
          </a:xfrm>
          <a:prstGeom prst="rect">
            <a:avLst/>
          </a:prstGeom>
        </p:spPr>
      </p:pic>
      <p:sp>
        <p:nvSpPr>
          <p:cNvPr id="9" name="文本框 8"/>
          <p:cNvSpPr txBox="1"/>
          <p:nvPr/>
        </p:nvSpPr>
        <p:spPr>
          <a:xfrm>
            <a:off x="1056000" y="5947333"/>
            <a:ext cx="9818370" cy="583565"/>
          </a:xfrm>
          <a:prstGeom prst="rect">
            <a:avLst/>
          </a:prstGeom>
          <a:noFill/>
        </p:spPr>
        <p:txBody>
          <a:bodyPr wrap="none" rtlCol="0">
            <a:spAutoFit/>
          </a:bodyPr>
          <a:lstStyle/>
          <a:p>
            <a:r>
              <a:rPr lang="zh-CN" altLang="en-US" sz="3200" b="1" dirty="0">
                <a:latin typeface="楷体" panose="02010609060101010101" pitchFamily="49" charset="-122"/>
                <a:ea typeface="楷体" panose="02010609060101010101" pitchFamily="49" charset="-122"/>
              </a:rPr>
              <a:t>简单的</a:t>
            </a:r>
            <a:r>
              <a:rPr lang="en-US" altLang="zh-CN" sz="3200" b="1" dirty="0">
                <a:latin typeface="Times New Roman" panose="02020503050405090304" pitchFamily="18" charset="0"/>
                <a:ea typeface="楷体" panose="02010609060101010101" pitchFamily="49" charset="-122"/>
                <a:cs typeface="Times New Roman" panose="02020503050405090304" pitchFamily="18" charset="0"/>
              </a:rPr>
              <a:t>console</a:t>
            </a:r>
            <a:r>
              <a:rPr lang="zh-CN" altLang="en-US" sz="3200" b="1" dirty="0">
                <a:latin typeface="楷体" panose="02010609060101010101" pitchFamily="49" charset="-122"/>
                <a:ea typeface="楷体" panose="02010609060101010101" pitchFamily="49" charset="-122"/>
              </a:rPr>
              <a:t>界面，无法发挥</a:t>
            </a:r>
            <a:r>
              <a:rPr lang="en-US" altLang="zh-CN" sz="3200" b="1" dirty="0">
                <a:latin typeface="楷体" panose="02010609060101010101" pitchFamily="49" charset="-122"/>
                <a:ea typeface="楷体" panose="02010609060101010101" pitchFamily="49" charset="-122"/>
              </a:rPr>
              <a:t>R</a:t>
            </a:r>
            <a:r>
              <a:rPr lang="zh-CN" altLang="en-US" sz="3200" b="1" dirty="0">
                <a:latin typeface="楷体" panose="02010609060101010101" pitchFamily="49" charset="-122"/>
                <a:ea typeface="楷体" panose="02010609060101010101" pitchFamily="49" charset="-122"/>
              </a:rPr>
              <a:t>强大的功能与社区生态</a:t>
            </a:r>
            <a:endParaRPr lang="zh-CN" altLang="en-US" sz="3200" b="1" dirty="0">
              <a:latin typeface="楷体" panose="02010609060101010101" pitchFamily="49" charset="-122"/>
              <a:ea typeface="楷体" panose="02010609060101010101" pitchFamily="49" charset="-122"/>
            </a:endParaRPr>
          </a:p>
        </p:txBody>
      </p:sp>
      <p:sp>
        <p:nvSpPr>
          <p:cNvPr id="7"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2.4 R console</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的局限</a:t>
            </a:r>
            <a:endParaRPr lang="en-US" altLang="zh-CN" sz="3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如何方便使用</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    R studio</a:t>
            </a:r>
            <a:endParaRPr lang="en-US" altLang="zh-CN" sz="3600" dirty="0">
              <a:latin typeface="Times New Roman" panose="02020503050405090304" pitchFamily="18" charset="0"/>
              <a:ea typeface="华文楷体" panose="02010600040101010101" pitchFamily="2" charset="-122"/>
              <a:cs typeface="Times New Roman" panose="02020503050405090304" pitchFamily="18" charset="0"/>
            </a:endParaRPr>
          </a:p>
        </p:txBody>
      </p:sp>
      <p:sp>
        <p:nvSpPr>
          <p:cNvPr id="3" name="文本框 2"/>
          <p:cNvSpPr txBox="1"/>
          <p:nvPr/>
        </p:nvSpPr>
        <p:spPr>
          <a:xfrm>
            <a:off x="6214745" y="1691005"/>
            <a:ext cx="5977255" cy="368300"/>
          </a:xfrm>
          <a:prstGeom prst="rect">
            <a:avLst/>
          </a:prstGeom>
          <a:noFill/>
        </p:spPr>
        <p:txBody>
          <a:bodyPr wrap="square" rtlCol="0">
            <a:spAutoFit/>
          </a:bodyPr>
          <a:p>
            <a:r>
              <a:rPr lang="zh-CN" altLang="en-US">
                <a:latin typeface="Times New Roman Regular" panose="02020503050405090304" charset="0"/>
                <a:cs typeface="Times New Roman Regular" panose="02020503050405090304" charset="0"/>
              </a:rPr>
              <a:t>https://posit.co/products/open-source/rstudio/?sid=1</a:t>
            </a:r>
            <a:endParaRPr lang="zh-CN" altLang="en-US">
              <a:latin typeface="Times New Roman Regular" panose="02020503050405090304" charset="0"/>
              <a:cs typeface="Times New Roman Regular" panose="02020503050405090304" charset="0"/>
            </a:endParaRPr>
          </a:p>
        </p:txBody>
      </p:sp>
      <p:pic>
        <p:nvPicPr>
          <p:cNvPr id="12" name="图片 11"/>
          <p:cNvPicPr/>
          <p:nvPr>
            <p:custDataLst>
              <p:tags r:id="rId1"/>
            </p:custDataLst>
          </p:nvPr>
        </p:nvPicPr>
        <p:blipFill>
          <a:blip r:embed="rId2"/>
          <a:srcRect l="5172" r="2228"/>
        </p:blipFill>
        <p:spPr>
          <a:xfrm>
            <a:off x="967105" y="2379345"/>
            <a:ext cx="10514965" cy="409956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0547" y="6260841"/>
            <a:ext cx="9899780" cy="369332"/>
          </a:xfrm>
          <a:prstGeom prst="rect">
            <a:avLst/>
          </a:prstGeom>
          <a:noFill/>
        </p:spPr>
        <p:txBody>
          <a:bodyPr wrap="square" rtlCol="0">
            <a:spAutoFit/>
          </a:bodyPr>
          <a:lstStyle/>
          <a:p>
            <a:r>
              <a:rPr lang="en-US" altLang="zh-CN" dirty="0">
                <a:latin typeface="Times New Roman" panose="02020503050405090304" pitchFamily="18" charset="0"/>
                <a:ea typeface="楷体" panose="02010609060101010101" pitchFamily="49" charset="-122"/>
                <a:cs typeface="Times New Roman" panose="02020503050405090304" pitchFamily="18" charset="0"/>
                <a:hlinkClick r:id="rId1"/>
              </a:rPr>
              <a:t>https://posit.co/download/rstudio-desktop/</a:t>
            </a:r>
            <a:endParaRPr lang="zh-CN" altLang="en-US" dirty="0">
              <a:latin typeface="Times New Roman" panose="02020503050405090304" pitchFamily="18" charset="0"/>
              <a:ea typeface="楷体" panose="02010609060101010101" pitchFamily="49" charset="-122"/>
              <a:cs typeface="Times New Roman" panose="02020503050405090304" pitchFamily="18" charset="0"/>
            </a:endParaRPr>
          </a:p>
        </p:txBody>
      </p:sp>
      <p:sp>
        <p:nvSpPr>
          <p:cNvPr id="8"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3.1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如何方便使用？</a:t>
            </a:r>
            <a:r>
              <a:rPr lang="en-US" altLang="zh-CN" sz="3600" dirty="0" err="1">
                <a:latin typeface="Times New Roman" panose="02020503050405090304" pitchFamily="18" charset="0"/>
                <a:ea typeface="华文楷体" panose="02010600040101010101" pitchFamily="2" charset="-122"/>
                <a:cs typeface="Times New Roman" panose="02020503050405090304" pitchFamily="18" charset="0"/>
              </a:rPr>
              <a:t>Rstudio</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安装与界面介绍</a:t>
            </a:r>
            <a:endParaRPr lang="en-US" altLang="zh-CN" sz="3600" dirty="0"/>
          </a:p>
        </p:txBody>
      </p:sp>
      <p:pic>
        <p:nvPicPr>
          <p:cNvPr id="2" name="图片 1"/>
          <p:cNvPicPr>
            <a:picLocks noChangeAspect="1"/>
          </p:cNvPicPr>
          <p:nvPr>
            <p:custDataLst>
              <p:tags r:id="rId2"/>
            </p:custDataLst>
          </p:nvPr>
        </p:nvPicPr>
        <p:blipFill>
          <a:blip r:embed="rId3"/>
          <a:stretch>
            <a:fillRect/>
          </a:stretch>
        </p:blipFill>
        <p:spPr>
          <a:xfrm>
            <a:off x="786765" y="1385570"/>
            <a:ext cx="10567035" cy="592455"/>
          </a:xfrm>
          <a:prstGeom prst="rect">
            <a:avLst/>
          </a:prstGeom>
        </p:spPr>
      </p:pic>
      <p:pic>
        <p:nvPicPr>
          <p:cNvPr id="5" name="图片 4"/>
          <p:cNvPicPr>
            <a:picLocks noChangeAspect="1"/>
          </p:cNvPicPr>
          <p:nvPr>
            <p:custDataLst>
              <p:tags r:id="rId4"/>
            </p:custDataLst>
          </p:nvPr>
        </p:nvPicPr>
        <p:blipFill>
          <a:blip r:embed="rId5"/>
          <a:stretch>
            <a:fillRect/>
          </a:stretch>
        </p:blipFill>
        <p:spPr>
          <a:xfrm>
            <a:off x="838200" y="2145030"/>
            <a:ext cx="6594475" cy="4006215"/>
          </a:xfrm>
          <a:prstGeom prst="rect">
            <a:avLst/>
          </a:prstGeom>
        </p:spPr>
      </p:pic>
      <p:sp>
        <p:nvSpPr>
          <p:cNvPr id="6" name="矩形 5"/>
          <p:cNvSpPr/>
          <p:nvPr/>
        </p:nvSpPr>
        <p:spPr>
          <a:xfrm>
            <a:off x="8898890" y="1271270"/>
            <a:ext cx="464820" cy="706755"/>
          </a:xfrm>
          <a:prstGeom prst="rect">
            <a:avLst/>
          </a:prstGeom>
          <a:noFill/>
          <a:ln>
            <a:noFill/>
          </a:ln>
        </p:spPr>
        <p:txBody>
          <a:bodyPr wrap="none" rtlCol="0" anchor="t">
            <a:spAutoFit/>
          </a:bodyPr>
          <a:lstStyle/>
          <a:p>
            <a:pPr algn="ctr"/>
            <a:r>
              <a:rPr lang="en-US" altLang="zh-CN" sz="4000" b="1">
                <a:solidFill>
                  <a:schemeClr val="tx1"/>
                </a:solidFill>
                <a:effectLst>
                  <a:outerShdw blurRad="38100" dist="19050" dir="2700000" algn="tl" rotWithShape="0">
                    <a:schemeClr val="dk1">
                      <a:alpha val="40000"/>
                    </a:schemeClr>
                  </a:outerShdw>
                </a:effectLst>
              </a:rPr>
              <a:t>1</a:t>
            </a:r>
            <a:endParaRPr lang="en-US" altLang="zh-CN" sz="4000" b="1">
              <a:solidFill>
                <a:schemeClr val="tx1"/>
              </a:solidFill>
              <a:effectLst>
                <a:outerShdw blurRad="38100" dist="19050" dir="2700000" algn="tl" rotWithShape="0">
                  <a:schemeClr val="dk1">
                    <a:alpha val="40000"/>
                  </a:schemeClr>
                </a:outerShdw>
              </a:effectLst>
            </a:endParaRPr>
          </a:p>
        </p:txBody>
      </p:sp>
      <p:sp>
        <p:nvSpPr>
          <p:cNvPr id="9" name="矩形 8"/>
          <p:cNvSpPr/>
          <p:nvPr>
            <p:custDataLst>
              <p:tags r:id="rId6"/>
            </p:custDataLst>
          </p:nvPr>
        </p:nvSpPr>
        <p:spPr>
          <a:xfrm>
            <a:off x="6887210" y="4656455"/>
            <a:ext cx="464820" cy="706755"/>
          </a:xfrm>
          <a:prstGeom prst="rect">
            <a:avLst/>
          </a:prstGeom>
          <a:noFill/>
          <a:ln>
            <a:noFill/>
          </a:ln>
        </p:spPr>
        <p:txBody>
          <a:bodyPr wrap="none" rtlCol="0" anchor="t">
            <a:spAutoFit/>
          </a:bodyPr>
          <a:lstStyle/>
          <a:p>
            <a:pPr algn="ctr"/>
            <a:r>
              <a:rPr lang="en-US" altLang="zh-CN" sz="4000" b="1">
                <a:solidFill>
                  <a:schemeClr val="tx1"/>
                </a:solidFill>
                <a:effectLst>
                  <a:outerShdw blurRad="38100" dist="19050" dir="2700000" algn="tl" rotWithShape="0">
                    <a:schemeClr val="dk1">
                      <a:alpha val="40000"/>
                    </a:schemeClr>
                  </a:outerShdw>
                </a:effectLst>
              </a:rPr>
              <a:t>2</a:t>
            </a:r>
            <a:endParaRPr lang="en-US" altLang="zh-CN" sz="4000" b="1">
              <a:solidFill>
                <a:schemeClr val="tx1"/>
              </a:solidFill>
              <a:effectLst>
                <a:outerShdw blurRad="38100" dist="19050" dir="2700000" algn="tl" rotWithShape="0">
                  <a:schemeClr val="dk1">
                    <a:alpha val="40000"/>
                  </a:schemeClr>
                </a:outerShdw>
              </a:effectLst>
            </a:endParaRPr>
          </a:p>
        </p:txBody>
      </p:sp>
      <p:sp>
        <p:nvSpPr>
          <p:cNvPr id="10" name="矩形 9"/>
          <p:cNvSpPr/>
          <p:nvPr>
            <p:custDataLst>
              <p:tags r:id="rId7"/>
            </p:custDataLst>
          </p:nvPr>
        </p:nvSpPr>
        <p:spPr>
          <a:xfrm>
            <a:off x="9405620" y="1385570"/>
            <a:ext cx="1905635" cy="5194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sp>
        <p:nvSpPr>
          <p:cNvPr id="11" name="矩形 10"/>
          <p:cNvSpPr/>
          <p:nvPr>
            <p:custDataLst>
              <p:tags r:id="rId8"/>
            </p:custDataLst>
          </p:nvPr>
        </p:nvSpPr>
        <p:spPr>
          <a:xfrm>
            <a:off x="4246880" y="5080000"/>
            <a:ext cx="2326005" cy="51371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0547" y="6260841"/>
            <a:ext cx="9899780" cy="369332"/>
          </a:xfrm>
          <a:prstGeom prst="rect">
            <a:avLst/>
          </a:prstGeom>
          <a:noFill/>
        </p:spPr>
        <p:txBody>
          <a:bodyPr wrap="square" rtlCol="0">
            <a:spAutoFit/>
          </a:bodyPr>
          <a:lstStyle/>
          <a:p>
            <a:r>
              <a:rPr lang="en-US" altLang="zh-CN" dirty="0">
                <a:latin typeface="Times New Roman" panose="02020503050405090304" pitchFamily="18" charset="0"/>
                <a:ea typeface="楷体" panose="02010609060101010101" pitchFamily="49" charset="-122"/>
                <a:cs typeface="Times New Roman" panose="02020503050405090304" pitchFamily="18" charset="0"/>
                <a:hlinkClick r:id="rId1"/>
              </a:rPr>
              <a:t>https://posit.co/download/rstudio-desktop/</a:t>
            </a:r>
            <a:endParaRPr lang="zh-CN" altLang="en-US" dirty="0">
              <a:latin typeface="Times New Roman" panose="02020503050405090304" pitchFamily="18" charset="0"/>
              <a:ea typeface="楷体" panose="02010609060101010101" pitchFamily="49" charset="-122"/>
              <a:cs typeface="Times New Roman" panose="02020503050405090304" pitchFamily="18" charset="0"/>
            </a:endParaRPr>
          </a:p>
        </p:txBody>
      </p:sp>
      <p:pic>
        <p:nvPicPr>
          <p:cNvPr id="9" name="内容占位符 7"/>
          <p:cNvPicPr>
            <a:picLocks noChangeAspect="1"/>
          </p:cNvPicPr>
          <p:nvPr/>
        </p:nvPicPr>
        <p:blipFill rotWithShape="1">
          <a:blip r:embed="rId2"/>
          <a:srcRect l="45400"/>
          <a:stretch>
            <a:fillRect/>
          </a:stretch>
        </p:blipFill>
        <p:spPr>
          <a:xfrm>
            <a:off x="2499501" y="4052495"/>
            <a:ext cx="1983527" cy="2344270"/>
          </a:xfrm>
          <a:prstGeom prst="rect">
            <a:avLst/>
          </a:prstGeom>
        </p:spPr>
      </p:pic>
      <p:sp>
        <p:nvSpPr>
          <p:cNvPr id="10" name="文本框 9"/>
          <p:cNvSpPr txBox="1"/>
          <p:nvPr/>
        </p:nvSpPr>
        <p:spPr>
          <a:xfrm>
            <a:off x="4707471" y="2301460"/>
            <a:ext cx="4595411" cy="646331"/>
          </a:xfrm>
          <a:prstGeom prst="rect">
            <a:avLst/>
          </a:prstGeom>
          <a:noFill/>
        </p:spPr>
        <p:txBody>
          <a:bodyPr wrap="square" rtlCol="0">
            <a:spAutoFit/>
          </a:bodyPr>
          <a:lstStyle/>
          <a:p>
            <a:r>
              <a:rPr lang="en-US" altLang="zh-CN" sz="3600" dirty="0">
                <a:latin typeface="Times New Roman" panose="02020503050405090304" pitchFamily="18" charset="0"/>
                <a:ea typeface="楷体" panose="02010609060101010101" pitchFamily="49" charset="-122"/>
                <a:cs typeface="Times New Roman" panose="02020503050405090304" pitchFamily="18" charset="0"/>
              </a:rPr>
              <a:t>For Windows</a:t>
            </a:r>
            <a:endParaRPr lang="zh-CN" altLang="en-US" sz="3600" dirty="0">
              <a:latin typeface="Times New Roman" panose="02020503050405090304" pitchFamily="18" charset="0"/>
              <a:ea typeface="楷体" panose="02010609060101010101" pitchFamily="49" charset="-122"/>
              <a:cs typeface="Times New Roman" panose="02020503050405090304" pitchFamily="18" charset="0"/>
            </a:endParaRPr>
          </a:p>
        </p:txBody>
      </p:sp>
      <p:sp>
        <p:nvSpPr>
          <p:cNvPr id="11" name="文本框 10"/>
          <p:cNvSpPr txBox="1"/>
          <p:nvPr/>
        </p:nvSpPr>
        <p:spPr>
          <a:xfrm>
            <a:off x="4707471" y="4901464"/>
            <a:ext cx="4595411" cy="646331"/>
          </a:xfrm>
          <a:prstGeom prst="rect">
            <a:avLst/>
          </a:prstGeom>
          <a:noFill/>
        </p:spPr>
        <p:txBody>
          <a:bodyPr wrap="square" rtlCol="0">
            <a:spAutoFit/>
          </a:bodyPr>
          <a:lstStyle/>
          <a:p>
            <a:r>
              <a:rPr lang="en-US" altLang="zh-CN" sz="3600" dirty="0">
                <a:latin typeface="Times New Roman" panose="02020503050405090304" pitchFamily="18" charset="0"/>
                <a:ea typeface="楷体" panose="02010609060101010101" pitchFamily="49" charset="-122"/>
                <a:cs typeface="Times New Roman" panose="02020503050405090304" pitchFamily="18" charset="0"/>
              </a:rPr>
              <a:t>For Mac</a:t>
            </a:r>
            <a:endParaRPr lang="zh-CN" altLang="en-US" sz="3600" dirty="0">
              <a:latin typeface="Times New Roman" panose="02020503050405090304" pitchFamily="18" charset="0"/>
              <a:ea typeface="楷体" panose="02010609060101010101" pitchFamily="49" charset="-122"/>
              <a:cs typeface="Times New Roman" panose="02020503050405090304" pitchFamily="18" charset="0"/>
            </a:endParaRPr>
          </a:p>
        </p:txBody>
      </p:sp>
      <p:sp>
        <p:nvSpPr>
          <p:cNvPr id="13"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3.1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如何方便使用？</a:t>
            </a:r>
            <a:r>
              <a:rPr lang="en-US" altLang="zh-CN" sz="3600" dirty="0" err="1">
                <a:latin typeface="Times New Roman" panose="02020503050405090304" pitchFamily="18" charset="0"/>
                <a:ea typeface="华文楷体" panose="02010600040101010101" pitchFamily="2" charset="-122"/>
                <a:cs typeface="Times New Roman" panose="02020503050405090304" pitchFamily="18" charset="0"/>
              </a:rPr>
              <a:t>Rstudio</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安装与界面介绍</a:t>
            </a:r>
            <a:endParaRPr lang="en-US" altLang="zh-CN" sz="3600" dirty="0"/>
          </a:p>
        </p:txBody>
      </p:sp>
      <p:pic>
        <p:nvPicPr>
          <p:cNvPr id="3" name="内容占位符 2"/>
          <p:cNvPicPr>
            <a:picLocks noGrp="1" noChangeAspect="1"/>
          </p:cNvPicPr>
          <p:nvPr>
            <p:ph idx="1"/>
            <p:custDataLst>
              <p:tags r:id="rId3"/>
            </p:custDataLst>
          </p:nvPr>
        </p:nvPicPr>
        <p:blipFill>
          <a:blip r:embed="rId4"/>
          <a:stretch>
            <a:fillRect/>
          </a:stretch>
        </p:blipFill>
        <p:spPr>
          <a:xfrm>
            <a:off x="2677160" y="1944370"/>
            <a:ext cx="1628775" cy="200977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2089935" y="5988896"/>
            <a:ext cx="8012130" cy="584775"/>
          </a:xfrm>
          <a:prstGeom prst="rect">
            <a:avLst/>
          </a:prstGeom>
          <a:noFill/>
        </p:spPr>
        <p:txBody>
          <a:bodyPr wrap="none" rtlCol="0">
            <a:spAutoFit/>
          </a:bodyPr>
          <a:lstStyle/>
          <a:p>
            <a:r>
              <a:rPr lang="zh-CN" altLang="en-US" sz="3200" b="1" dirty="0">
                <a:solidFill>
                  <a:srgbClr val="FF0000"/>
                </a:solidFill>
                <a:latin typeface="楷体" panose="02010609060101010101" pitchFamily="49" charset="-122"/>
                <a:ea typeface="楷体" panose="02010609060101010101" pitchFamily="49" charset="-122"/>
              </a:rPr>
              <a:t>注意！请勿将安装路径设置在中文目录下！</a:t>
            </a:r>
            <a:endParaRPr lang="zh-CN" altLang="en-US" sz="3200" b="1" dirty="0">
              <a:solidFill>
                <a:srgbClr val="FF0000"/>
              </a:solidFill>
              <a:latin typeface="楷体" panose="02010609060101010101" pitchFamily="49" charset="-122"/>
              <a:ea typeface="楷体" panose="02010609060101010101" pitchFamily="49" charset="-122"/>
            </a:endParaRPr>
          </a:p>
        </p:txBody>
      </p:sp>
      <p:pic>
        <p:nvPicPr>
          <p:cNvPr id="12" name="内容占位符 11"/>
          <p:cNvPicPr>
            <a:picLocks noGrp="1" noChangeAspect="1"/>
          </p:cNvPicPr>
          <p:nvPr>
            <p:ph sz="half" idx="1"/>
          </p:nvPr>
        </p:nvPicPr>
        <p:blipFill rotWithShape="1">
          <a:blip r:embed="rId1"/>
          <a:srcRect l="1709" t="2077" r="1159" b="-1"/>
          <a:stretch>
            <a:fillRect/>
          </a:stretch>
        </p:blipFill>
        <p:spPr>
          <a:xfrm>
            <a:off x="838200" y="2147005"/>
            <a:ext cx="4680000" cy="3385574"/>
          </a:xfrm>
          <a:prstGeom prst="rect">
            <a:avLst/>
          </a:prstGeom>
        </p:spPr>
      </p:pic>
      <p:pic>
        <p:nvPicPr>
          <p:cNvPr id="13" name="内容占位符 12"/>
          <p:cNvPicPr>
            <a:picLocks noGrp="1" noChangeAspect="1"/>
          </p:cNvPicPr>
          <p:nvPr>
            <p:ph sz="half" idx="2"/>
          </p:nvPr>
        </p:nvPicPr>
        <p:blipFill rotWithShape="1">
          <a:blip r:embed="rId2"/>
          <a:srcRect l="1648" t="1060" r="974" b="1489"/>
          <a:stretch>
            <a:fillRect/>
          </a:stretch>
        </p:blipFill>
        <p:spPr>
          <a:xfrm>
            <a:off x="6342611" y="2150617"/>
            <a:ext cx="4680000" cy="3381962"/>
          </a:xfrm>
          <a:prstGeom prst="rect">
            <a:avLst/>
          </a:prstGeom>
        </p:spPr>
      </p:pic>
      <p:sp>
        <p:nvSpPr>
          <p:cNvPr id="8"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3.1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如何方便使用？</a:t>
            </a:r>
            <a:r>
              <a:rPr lang="en-US" altLang="zh-CN" sz="3600" dirty="0" err="1">
                <a:latin typeface="Times New Roman" panose="02020503050405090304" pitchFamily="18" charset="0"/>
                <a:ea typeface="华文楷体" panose="02010600040101010101" pitchFamily="2" charset="-122"/>
                <a:cs typeface="Times New Roman" panose="02020503050405090304" pitchFamily="18" charset="0"/>
              </a:rPr>
              <a:t>Rstudio</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安装与界面介绍</a:t>
            </a:r>
            <a:endParaRPr lang="en-US" altLang="zh-CN" sz="36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内容占位符 7"/>
          <p:cNvPicPr>
            <a:picLocks noGrp="1" noChangeAspect="1"/>
          </p:cNvPicPr>
          <p:nvPr>
            <p:ph sz="half" idx="1"/>
          </p:nvPr>
        </p:nvPicPr>
        <p:blipFill>
          <a:blip r:embed="rId1"/>
          <a:stretch>
            <a:fillRect/>
          </a:stretch>
        </p:blipFill>
        <p:spPr>
          <a:xfrm>
            <a:off x="2721553" y="2794910"/>
            <a:ext cx="1800000" cy="2160000"/>
          </a:xfrm>
          <a:prstGeom prst="rect">
            <a:avLst/>
          </a:prstGeom>
        </p:spPr>
      </p:pic>
      <p:pic>
        <p:nvPicPr>
          <p:cNvPr id="9" name="内容占位符 8"/>
          <p:cNvPicPr>
            <a:picLocks noGrp="1" noChangeAspect="1"/>
          </p:cNvPicPr>
          <p:nvPr>
            <p:ph sz="half" idx="2"/>
          </p:nvPr>
        </p:nvPicPr>
        <p:blipFill rotWithShape="1">
          <a:blip r:embed="rId2"/>
          <a:srcRect l="1789" t="1386" r="768" b="1875"/>
          <a:stretch>
            <a:fillRect/>
          </a:stretch>
        </p:blipFill>
        <p:spPr>
          <a:xfrm>
            <a:off x="6435431" y="2133390"/>
            <a:ext cx="3327468" cy="3384000"/>
          </a:xfrm>
          <a:prstGeom prst="rect">
            <a:avLst/>
          </a:prstGeom>
        </p:spPr>
      </p:pic>
      <p:sp>
        <p:nvSpPr>
          <p:cNvPr id="12" name="文本框 11"/>
          <p:cNvSpPr txBox="1"/>
          <p:nvPr/>
        </p:nvSpPr>
        <p:spPr>
          <a:xfrm>
            <a:off x="2089935" y="5988896"/>
            <a:ext cx="8059905" cy="584775"/>
          </a:xfrm>
          <a:prstGeom prst="rect">
            <a:avLst/>
          </a:prstGeom>
          <a:noFill/>
        </p:spPr>
        <p:txBody>
          <a:bodyPr wrap="square" rtlCol="0">
            <a:spAutoFit/>
          </a:bodyPr>
          <a:lstStyle/>
          <a:p>
            <a:pPr algn="ctr"/>
            <a:r>
              <a:rPr lang="zh-CN" altLang="en-US" sz="3200" b="1" dirty="0">
                <a:latin typeface="楷体" panose="02010609060101010101" pitchFamily="49" charset="-122"/>
                <a:ea typeface="楷体" panose="02010609060101010101" pitchFamily="49" charset="-122"/>
              </a:rPr>
              <a:t>安装完成，初始化设置</a:t>
            </a:r>
            <a:endParaRPr lang="zh-CN" altLang="en-US" sz="3200" b="1" dirty="0">
              <a:latin typeface="楷体" panose="02010609060101010101" pitchFamily="49" charset="-122"/>
              <a:ea typeface="楷体" panose="02010609060101010101" pitchFamily="49" charset="-122"/>
            </a:endParaRPr>
          </a:p>
        </p:txBody>
      </p:sp>
      <p:sp>
        <p:nvSpPr>
          <p:cNvPr id="10"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3.1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如何方便使用？</a:t>
            </a:r>
            <a:r>
              <a:rPr lang="en-US" altLang="zh-CN" sz="3600" dirty="0" err="1">
                <a:latin typeface="Times New Roman" panose="02020503050405090304" pitchFamily="18" charset="0"/>
                <a:ea typeface="华文楷体" panose="02010600040101010101" pitchFamily="2" charset="-122"/>
                <a:cs typeface="Times New Roman" panose="02020503050405090304" pitchFamily="18" charset="0"/>
              </a:rPr>
              <a:t>Rstudio</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安装与界面介绍</a:t>
            </a:r>
            <a:endParaRPr lang="en-US" altLang="zh-CN" sz="3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3.2 </a:t>
            </a:r>
            <a:r>
              <a:rPr lang="en-US" altLang="zh-CN" sz="3600" dirty="0" err="1">
                <a:latin typeface="Times New Roman" panose="02020503050405090304" pitchFamily="18" charset="0"/>
                <a:ea typeface="华文楷体" panose="02010600040101010101" pitchFamily="2" charset="-122"/>
                <a:cs typeface="Times New Roman" panose="02020503050405090304" pitchFamily="18" charset="0"/>
              </a:rPr>
              <a:t>Rstudio</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界面介绍</a:t>
            </a:r>
            <a:endParaRPr lang="en-US" altLang="zh-CN" sz="3600" dirty="0"/>
          </a:p>
        </p:txBody>
      </p:sp>
      <p:pic>
        <p:nvPicPr>
          <p:cNvPr id="3" name="内容占位符 2"/>
          <p:cNvPicPr>
            <a:picLocks noGrp="1" noChangeAspect="1"/>
          </p:cNvPicPr>
          <p:nvPr>
            <p:ph idx="1"/>
            <p:custDataLst>
              <p:tags r:id="rId1"/>
            </p:custDataLst>
          </p:nvPr>
        </p:nvPicPr>
        <p:blipFill>
          <a:blip r:embed="rId2"/>
          <a:stretch>
            <a:fillRect/>
          </a:stretch>
        </p:blipFill>
        <p:spPr>
          <a:xfrm>
            <a:off x="2404110" y="1344295"/>
            <a:ext cx="7383780" cy="513715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3.3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如何创建新项目</a:t>
            </a:r>
            <a:endParaRPr lang="en-US" altLang="zh-CN" sz="3600" dirty="0"/>
          </a:p>
        </p:txBody>
      </p:sp>
      <p:pic>
        <p:nvPicPr>
          <p:cNvPr id="3" name="内容占位符 2"/>
          <p:cNvPicPr>
            <a:picLocks noGrp="1" noChangeAspect="1"/>
          </p:cNvPicPr>
          <p:nvPr>
            <p:ph idx="1"/>
            <p:custDataLst>
              <p:tags r:id="rId1"/>
            </p:custDataLst>
          </p:nvPr>
        </p:nvPicPr>
        <p:blipFill>
          <a:blip r:embed="rId2"/>
          <a:stretch>
            <a:fillRect/>
          </a:stretch>
        </p:blipFill>
        <p:spPr>
          <a:xfrm>
            <a:off x="1925320" y="2340610"/>
            <a:ext cx="8759190" cy="202819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rotWithShape="1">
          <a:blip r:embed="rId1"/>
          <a:srcRect t="1398" r="1146"/>
          <a:stretch>
            <a:fillRect/>
          </a:stretch>
        </p:blipFill>
        <p:spPr>
          <a:xfrm>
            <a:off x="2731880" y="1573213"/>
            <a:ext cx="6840000" cy="4944682"/>
          </a:xfrm>
          <a:prstGeom prst="rect">
            <a:avLst/>
          </a:prstGeom>
        </p:spPr>
      </p:pic>
      <p:sp>
        <p:nvSpPr>
          <p:cNvPr id="6"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3.3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如何创建新项目</a:t>
            </a:r>
            <a:endParaRPr lang="en-US" altLang="zh-CN" sz="36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rotWithShape="1">
          <a:blip r:embed="rId1"/>
          <a:srcRect r="1110"/>
          <a:stretch>
            <a:fillRect/>
          </a:stretch>
        </p:blipFill>
        <p:spPr>
          <a:xfrm>
            <a:off x="2676000" y="1597978"/>
            <a:ext cx="6840000" cy="4888026"/>
          </a:xfrm>
          <a:prstGeom prst="rect">
            <a:avLst/>
          </a:prstGeom>
        </p:spPr>
      </p:pic>
      <p:sp>
        <p:nvSpPr>
          <p:cNvPr id="6"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3.3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如何创建新项目</a:t>
            </a:r>
            <a:endParaRPr lang="en-US" altLang="zh-CN" sz="3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p:cNvPicPr>
            <a:picLocks noGrp="1" noChangeAspect="1"/>
          </p:cNvPicPr>
          <p:nvPr>
            <p:ph idx="1"/>
          </p:nvPr>
        </p:nvPicPr>
        <p:blipFill>
          <a:blip r:embed="rId1"/>
          <a:stretch>
            <a:fillRect/>
          </a:stretch>
        </p:blipFill>
        <p:spPr>
          <a:xfrm>
            <a:off x="2676000" y="1690688"/>
            <a:ext cx="6840000" cy="4930843"/>
          </a:xfrm>
          <a:prstGeom prst="rect">
            <a:avLst/>
          </a:prstGeom>
        </p:spPr>
      </p:pic>
      <p:sp>
        <p:nvSpPr>
          <p:cNvPr id="5"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3.3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如何创建新项目</a:t>
            </a:r>
            <a:endParaRPr lang="en-US" altLang="zh-CN" sz="36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3.3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如何创建新项目</a:t>
            </a:r>
            <a:endParaRPr lang="en-US" altLang="zh-CN" sz="3600" dirty="0"/>
          </a:p>
        </p:txBody>
      </p:sp>
      <p:pic>
        <p:nvPicPr>
          <p:cNvPr id="3" name="内容占位符 2"/>
          <p:cNvPicPr>
            <a:picLocks noGrp="1" noChangeAspect="1"/>
          </p:cNvPicPr>
          <p:nvPr>
            <p:ph idx="1"/>
            <p:custDataLst>
              <p:tags r:id="rId1"/>
            </p:custDataLst>
          </p:nvPr>
        </p:nvPicPr>
        <p:blipFill>
          <a:blip r:embed="rId2"/>
          <a:stretch>
            <a:fillRect/>
          </a:stretch>
        </p:blipFill>
        <p:spPr>
          <a:xfrm>
            <a:off x="1219200" y="2113915"/>
            <a:ext cx="9753600" cy="305752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866900" y="1431925"/>
            <a:ext cx="8667691" cy="5018405"/>
            <a:chOff x="2442" y="866"/>
            <a:chExt cx="15061" cy="9431"/>
          </a:xfrm>
        </p:grpSpPr>
        <p:pic>
          <p:nvPicPr>
            <p:cNvPr id="2" name="图片 1"/>
            <p:cNvPicPr>
              <a:picLocks noChangeAspect="1"/>
            </p:cNvPicPr>
            <p:nvPr>
              <p:custDataLst>
                <p:tags r:id="rId1"/>
              </p:custDataLst>
            </p:nvPr>
          </p:nvPicPr>
          <p:blipFill>
            <a:blip r:embed="rId2"/>
            <a:stretch>
              <a:fillRect/>
            </a:stretch>
          </p:blipFill>
          <p:spPr>
            <a:xfrm>
              <a:off x="2442" y="866"/>
              <a:ext cx="15061" cy="9284"/>
            </a:xfrm>
            <a:prstGeom prst="rect">
              <a:avLst/>
            </a:prstGeom>
          </p:spPr>
        </p:pic>
        <p:sp>
          <p:nvSpPr>
            <p:cNvPr id="5" name="矩形 4"/>
            <p:cNvSpPr/>
            <p:nvPr/>
          </p:nvSpPr>
          <p:spPr>
            <a:xfrm>
              <a:off x="2442" y="867"/>
              <a:ext cx="8794" cy="530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sp>
          <p:nvSpPr>
            <p:cNvPr id="11" name="矩形 10"/>
            <p:cNvSpPr/>
            <p:nvPr/>
          </p:nvSpPr>
          <p:spPr>
            <a:xfrm>
              <a:off x="2442" y="6304"/>
              <a:ext cx="8794" cy="399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sp>
          <p:nvSpPr>
            <p:cNvPr id="12" name="矩形 11"/>
            <p:cNvSpPr/>
            <p:nvPr/>
          </p:nvSpPr>
          <p:spPr>
            <a:xfrm>
              <a:off x="11314" y="867"/>
              <a:ext cx="6189" cy="371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sp>
          <p:nvSpPr>
            <p:cNvPr id="13" name="矩形 12"/>
            <p:cNvSpPr/>
            <p:nvPr/>
          </p:nvSpPr>
          <p:spPr>
            <a:xfrm>
              <a:off x="11314" y="4655"/>
              <a:ext cx="6128" cy="564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sp>
          <p:nvSpPr>
            <p:cNvPr id="6" name="文本框 5"/>
            <p:cNvSpPr txBox="1"/>
            <p:nvPr/>
          </p:nvSpPr>
          <p:spPr>
            <a:xfrm>
              <a:off x="5388" y="3228"/>
              <a:ext cx="2734" cy="1097"/>
            </a:xfrm>
            <a:prstGeom prst="rect">
              <a:avLst/>
            </a:prstGeom>
            <a:noFill/>
          </p:spPr>
          <p:txBody>
            <a:bodyPr wrap="square" rtlCol="0">
              <a:spAutoFit/>
            </a:bodyPr>
            <a:lstStyle/>
            <a:p>
              <a:r>
                <a:rPr lang="en-US" altLang="zh-CN" sz="3200" b="1" dirty="0">
                  <a:solidFill>
                    <a:srgbClr val="FF0000"/>
                  </a:solidFill>
                  <a:latin typeface="Times New Roman" panose="02020503050405090304" pitchFamily="18" charset="0"/>
                  <a:ea typeface="黑体" panose="02010609060101010101" pitchFamily="49" charset="-122"/>
                  <a:cs typeface="Times New Roman" panose="02020503050405090304" pitchFamily="18" charset="0"/>
                </a:rPr>
                <a:t>PANE 1</a:t>
              </a:r>
              <a:endParaRPr lang="zh-CN" altLang="en-US" sz="3200" b="1" dirty="0">
                <a:solidFill>
                  <a:srgbClr val="FF0000"/>
                </a:solidFill>
                <a:latin typeface="Times New Roman" panose="02020503050405090304" pitchFamily="18" charset="0"/>
                <a:ea typeface="黑体" panose="02010609060101010101" pitchFamily="49" charset="-122"/>
                <a:cs typeface="Times New Roman" panose="02020503050405090304" pitchFamily="18" charset="0"/>
              </a:endParaRPr>
            </a:p>
          </p:txBody>
        </p:sp>
        <p:sp>
          <p:nvSpPr>
            <p:cNvPr id="14" name="文本框 13"/>
            <p:cNvSpPr txBox="1"/>
            <p:nvPr/>
          </p:nvSpPr>
          <p:spPr>
            <a:xfrm>
              <a:off x="12792" y="2654"/>
              <a:ext cx="2938" cy="1097"/>
            </a:xfrm>
            <a:prstGeom prst="rect">
              <a:avLst/>
            </a:prstGeom>
            <a:noFill/>
          </p:spPr>
          <p:txBody>
            <a:bodyPr wrap="square" rtlCol="0">
              <a:spAutoFit/>
            </a:bodyPr>
            <a:lstStyle/>
            <a:p>
              <a:r>
                <a:rPr lang="en-US" altLang="zh-CN" sz="3200" b="1" dirty="0">
                  <a:solidFill>
                    <a:srgbClr val="FF0000"/>
                  </a:solidFill>
                  <a:latin typeface="Times New Roman" panose="02020503050405090304" pitchFamily="18" charset="0"/>
                  <a:ea typeface="黑体" panose="02010609060101010101" pitchFamily="49" charset="-122"/>
                  <a:cs typeface="Times New Roman" panose="02020503050405090304" pitchFamily="18" charset="0"/>
                </a:rPr>
                <a:t>PANE 2</a:t>
              </a:r>
              <a:endParaRPr lang="zh-CN" altLang="en-US" sz="3200" b="1" dirty="0">
                <a:solidFill>
                  <a:srgbClr val="FF0000"/>
                </a:solidFill>
                <a:latin typeface="Times New Roman" panose="02020503050405090304" pitchFamily="18" charset="0"/>
                <a:ea typeface="黑体" panose="02010609060101010101" pitchFamily="49" charset="-122"/>
                <a:cs typeface="Times New Roman" panose="02020503050405090304" pitchFamily="18" charset="0"/>
              </a:endParaRPr>
            </a:p>
          </p:txBody>
        </p:sp>
        <p:sp>
          <p:nvSpPr>
            <p:cNvPr id="15" name="文本框 14"/>
            <p:cNvSpPr txBox="1"/>
            <p:nvPr/>
          </p:nvSpPr>
          <p:spPr>
            <a:xfrm>
              <a:off x="5388" y="8011"/>
              <a:ext cx="2734" cy="1097"/>
            </a:xfrm>
            <a:prstGeom prst="rect">
              <a:avLst/>
            </a:prstGeom>
            <a:noFill/>
          </p:spPr>
          <p:txBody>
            <a:bodyPr wrap="square" rtlCol="0">
              <a:spAutoFit/>
            </a:bodyPr>
            <a:lstStyle/>
            <a:p>
              <a:r>
                <a:rPr lang="en-US" altLang="zh-CN" sz="3200" b="1" dirty="0">
                  <a:solidFill>
                    <a:srgbClr val="FF0000"/>
                  </a:solidFill>
                  <a:latin typeface="Times New Roman" panose="02020503050405090304" pitchFamily="18" charset="0"/>
                  <a:ea typeface="黑体" panose="02010609060101010101" pitchFamily="49" charset="-122"/>
                  <a:cs typeface="Times New Roman" panose="02020503050405090304" pitchFamily="18" charset="0"/>
                </a:rPr>
                <a:t>PANE 3</a:t>
              </a:r>
              <a:endParaRPr lang="zh-CN" altLang="en-US" sz="3200" b="1" dirty="0">
                <a:solidFill>
                  <a:srgbClr val="FF0000"/>
                </a:solidFill>
                <a:latin typeface="Times New Roman" panose="02020503050405090304" pitchFamily="18" charset="0"/>
                <a:ea typeface="黑体" panose="02010609060101010101" pitchFamily="49" charset="-122"/>
                <a:cs typeface="Times New Roman" panose="02020503050405090304" pitchFamily="18" charset="0"/>
              </a:endParaRPr>
            </a:p>
          </p:txBody>
        </p:sp>
        <p:sp>
          <p:nvSpPr>
            <p:cNvPr id="16" name="文本框 15"/>
            <p:cNvSpPr txBox="1"/>
            <p:nvPr/>
          </p:nvSpPr>
          <p:spPr>
            <a:xfrm>
              <a:off x="12700" y="8011"/>
              <a:ext cx="2767" cy="1097"/>
            </a:xfrm>
            <a:prstGeom prst="rect">
              <a:avLst/>
            </a:prstGeom>
            <a:noFill/>
          </p:spPr>
          <p:txBody>
            <a:bodyPr wrap="square" rtlCol="0">
              <a:spAutoFit/>
            </a:bodyPr>
            <a:lstStyle/>
            <a:p>
              <a:r>
                <a:rPr lang="en-US" altLang="zh-CN" sz="3200" b="1" dirty="0">
                  <a:solidFill>
                    <a:srgbClr val="FF0000"/>
                  </a:solidFill>
                  <a:latin typeface="Times New Roman" panose="02020503050405090304" pitchFamily="18" charset="0"/>
                  <a:ea typeface="黑体" panose="02010609060101010101" pitchFamily="49" charset="-122"/>
                  <a:cs typeface="Times New Roman" panose="02020503050405090304" pitchFamily="18" charset="0"/>
                </a:rPr>
                <a:t>PANE 4</a:t>
              </a:r>
              <a:endParaRPr lang="zh-CN" altLang="en-US" sz="3200" b="1" dirty="0">
                <a:solidFill>
                  <a:srgbClr val="FF0000"/>
                </a:solidFill>
                <a:latin typeface="Times New Roman" panose="02020503050405090304" pitchFamily="18" charset="0"/>
                <a:ea typeface="黑体" panose="02010609060101010101" pitchFamily="49" charset="-122"/>
                <a:cs typeface="Times New Roman" panose="02020503050405090304" pitchFamily="18" charset="0"/>
              </a:endParaRPr>
            </a:p>
          </p:txBody>
        </p:sp>
      </p:grpSp>
      <p:sp>
        <p:nvSpPr>
          <p:cNvPr id="7" name="Title 6"/>
          <p:cNvSpPr>
            <a:spLocks noGrp="1"/>
          </p:cNvSpPr>
          <p:nvPr>
            <p:custDataLst>
              <p:tags r:id="rId3"/>
            </p:custDataLst>
          </p:nvPr>
        </p:nvSpPr>
        <p:spPr>
          <a:xfrm>
            <a:off x="838200" y="365125"/>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3.4  </a:t>
            </a:r>
            <a:r>
              <a:rPr lang="en-US" altLang="zh-CN" sz="3600" dirty="0" err="1">
                <a:latin typeface="Times New Roman" panose="02020503050405090304" pitchFamily="18" charset="0"/>
                <a:ea typeface="华文楷体" panose="02010600040101010101" pitchFamily="2" charset="-122"/>
                <a:cs typeface="Times New Roman" panose="02020503050405090304" pitchFamily="18" charset="0"/>
              </a:rPr>
              <a:t>Rstudio</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的界面</a:t>
            </a:r>
            <a:endParaRPr lang="en-US" altLang="zh-CN" sz="36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346614" y="5983404"/>
            <a:ext cx="3137397" cy="523220"/>
          </a:xfrm>
          <a:prstGeom prst="rect">
            <a:avLst/>
          </a:prstGeom>
          <a:noFill/>
        </p:spPr>
        <p:txBody>
          <a:bodyPr wrap="none" rtlCol="0">
            <a:spAutoFit/>
          </a:bodyPr>
          <a:lstStyle/>
          <a:p>
            <a:r>
              <a:rPr lang="en-US" altLang="zh-CN" sz="2800" dirty="0">
                <a:latin typeface="Times New Roman" panose="02020503050405090304" pitchFamily="18" charset="0"/>
                <a:ea typeface="楷体" panose="02010609060101010101" pitchFamily="49" charset="-122"/>
              </a:rPr>
              <a:t>PANE1 </a:t>
            </a:r>
            <a:r>
              <a:rPr lang="zh-CN" altLang="en-US" sz="2800" dirty="0">
                <a:latin typeface="Times New Roman" panose="02020503050405090304" pitchFamily="18" charset="0"/>
                <a:ea typeface="楷体" panose="02010609060101010101" pitchFamily="49" charset="-122"/>
              </a:rPr>
              <a:t>脚本编辑区</a:t>
            </a:r>
            <a:endParaRPr lang="zh-CN" altLang="en-US" sz="2800" dirty="0">
              <a:latin typeface="Times New Roman" panose="02020503050405090304" pitchFamily="18" charset="0"/>
              <a:ea typeface="楷体" panose="02010609060101010101" pitchFamily="49" charset="-122"/>
            </a:endParaRPr>
          </a:p>
        </p:txBody>
      </p:sp>
      <p:sp>
        <p:nvSpPr>
          <p:cNvPr id="7"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3.4  </a:t>
            </a:r>
            <a:r>
              <a:rPr lang="en-US" altLang="zh-CN" sz="3600" dirty="0" err="1">
                <a:latin typeface="Times New Roman" panose="02020503050405090304" pitchFamily="18" charset="0"/>
                <a:ea typeface="华文楷体" panose="02010600040101010101" pitchFamily="2" charset="-122"/>
                <a:cs typeface="Times New Roman" panose="02020503050405090304" pitchFamily="18" charset="0"/>
              </a:rPr>
              <a:t>Rstudio</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的界面</a:t>
            </a:r>
            <a:endParaRPr lang="en-US" altLang="zh-CN" sz="3600" dirty="0"/>
          </a:p>
        </p:txBody>
      </p:sp>
      <p:pic>
        <p:nvPicPr>
          <p:cNvPr id="4" name="内容占位符 3"/>
          <p:cNvPicPr>
            <a:picLocks noGrp="1" noChangeAspect="1"/>
          </p:cNvPicPr>
          <p:nvPr>
            <p:ph idx="1"/>
            <p:custDataLst>
              <p:tags r:id="rId1"/>
            </p:custDataLst>
          </p:nvPr>
        </p:nvPicPr>
        <p:blipFill>
          <a:blip r:embed="rId2"/>
          <a:stretch>
            <a:fillRect/>
          </a:stretch>
        </p:blipFill>
        <p:spPr>
          <a:xfrm>
            <a:off x="2157730" y="1516380"/>
            <a:ext cx="7331710" cy="4351655"/>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sz="half" idx="2"/>
          </p:nvPr>
        </p:nvSpPr>
        <p:spPr>
          <a:xfrm>
            <a:off x="6593205" y="1812290"/>
            <a:ext cx="3982085" cy="3560445"/>
          </a:xfrm>
        </p:spPr>
        <p:txBody>
          <a:bodyPr/>
          <a:lstStyle/>
          <a:p>
            <a:pPr marL="457200" indent="-457200"/>
            <a:r>
              <a:rPr lang="zh-CN" altLang="en-US" dirty="0"/>
              <a:t>包含四个子窗口，</a:t>
            </a:r>
            <a:r>
              <a:rPr lang="en-US" altLang="zh-CN" dirty="0"/>
              <a:t>environment</a:t>
            </a:r>
            <a:r>
              <a:rPr lang="zh-CN" altLang="en-US" dirty="0"/>
              <a:t>、</a:t>
            </a:r>
            <a:r>
              <a:rPr lang="en-US" altLang="zh-CN" dirty="0"/>
              <a:t>history</a:t>
            </a:r>
            <a:r>
              <a:rPr lang="zh-CN" altLang="en-US" dirty="0"/>
              <a:t>、</a:t>
            </a:r>
            <a:r>
              <a:rPr lang="en-US" altLang="zh-CN" dirty="0"/>
              <a:t>connections</a:t>
            </a:r>
            <a:r>
              <a:rPr lang="zh-CN" altLang="en-US" dirty="0"/>
              <a:t>以及</a:t>
            </a:r>
            <a:r>
              <a:rPr lang="en-US" altLang="zh-CN" dirty="0"/>
              <a:t>tutorial</a:t>
            </a:r>
            <a:r>
              <a:rPr lang="zh-CN" altLang="en-US" dirty="0"/>
              <a:t>。</a:t>
            </a:r>
            <a:endParaRPr lang="en-US" altLang="zh-CN" dirty="0"/>
          </a:p>
          <a:p>
            <a:pPr marL="457200" indent="-457200">
              <a:lnSpc>
                <a:spcPct val="100000"/>
              </a:lnSpc>
            </a:pPr>
            <a:r>
              <a:rPr lang="zh-CN" altLang="en-US" dirty="0"/>
              <a:t>用于显示程序中被调用和创建的数据、运行代码的历史记录等</a:t>
            </a:r>
            <a:endParaRPr lang="zh-CN" altLang="en-US" dirty="0"/>
          </a:p>
          <a:p>
            <a:endParaRPr lang="zh-CN" altLang="en-US" dirty="0"/>
          </a:p>
        </p:txBody>
      </p:sp>
      <p:sp>
        <p:nvSpPr>
          <p:cNvPr id="3" name="文本框 2"/>
          <p:cNvSpPr txBox="1"/>
          <p:nvPr/>
        </p:nvSpPr>
        <p:spPr>
          <a:xfrm>
            <a:off x="4518064" y="5871644"/>
            <a:ext cx="3155736" cy="523220"/>
          </a:xfrm>
          <a:prstGeom prst="rect">
            <a:avLst/>
          </a:prstGeom>
          <a:noFill/>
        </p:spPr>
        <p:txBody>
          <a:bodyPr wrap="none" rtlCol="0">
            <a:spAutoFit/>
          </a:bodyPr>
          <a:lstStyle/>
          <a:p>
            <a:r>
              <a:rPr lang="en-US" altLang="zh-CN" sz="2800" dirty="0">
                <a:latin typeface="Times New Roman" panose="02020503050405090304" pitchFamily="18" charset="0"/>
                <a:ea typeface="楷体" panose="02010609060101010101" pitchFamily="49" charset="-122"/>
              </a:rPr>
              <a:t>PANE2 </a:t>
            </a:r>
            <a:r>
              <a:rPr lang="zh-CN" altLang="en-US" sz="2800" dirty="0">
                <a:latin typeface="Times New Roman" panose="02020503050405090304" pitchFamily="18" charset="0"/>
                <a:ea typeface="楷体" panose="02010609060101010101" pitchFamily="49" charset="-122"/>
              </a:rPr>
              <a:t>数据显示区</a:t>
            </a:r>
            <a:endParaRPr lang="zh-CN" altLang="en-US" sz="2800" dirty="0">
              <a:latin typeface="Times New Roman" panose="02020503050405090304" pitchFamily="18" charset="0"/>
              <a:ea typeface="楷体" panose="02010609060101010101" pitchFamily="49" charset="-122"/>
            </a:endParaRPr>
          </a:p>
        </p:txBody>
      </p:sp>
      <p:sp>
        <p:nvSpPr>
          <p:cNvPr id="7"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3.4  </a:t>
            </a:r>
            <a:r>
              <a:rPr lang="en-US" altLang="zh-CN" sz="3600" dirty="0" err="1">
                <a:latin typeface="Times New Roman" panose="02020503050405090304" pitchFamily="18" charset="0"/>
                <a:ea typeface="华文楷体" panose="02010600040101010101" pitchFamily="2" charset="-122"/>
                <a:cs typeface="Times New Roman" panose="02020503050405090304" pitchFamily="18" charset="0"/>
              </a:rPr>
              <a:t>Rstudio</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的界面</a:t>
            </a:r>
            <a:endParaRPr lang="en-US" altLang="zh-CN" sz="3600" dirty="0"/>
          </a:p>
        </p:txBody>
      </p:sp>
      <p:pic>
        <p:nvPicPr>
          <p:cNvPr id="4" name="内容占位符 3"/>
          <p:cNvPicPr>
            <a:picLocks noGrp="1" noChangeAspect="1"/>
          </p:cNvPicPr>
          <p:nvPr>
            <p:ph sz="half" idx="1"/>
            <p:custDataLst>
              <p:tags r:id="rId1"/>
            </p:custDataLst>
          </p:nvPr>
        </p:nvPicPr>
        <p:blipFill>
          <a:blip r:embed="rId2"/>
          <a:stretch>
            <a:fillRect/>
          </a:stretch>
        </p:blipFill>
        <p:spPr>
          <a:xfrm>
            <a:off x="1160145" y="2209165"/>
            <a:ext cx="5181600" cy="264985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346614" y="5983404"/>
            <a:ext cx="3155736" cy="523220"/>
          </a:xfrm>
          <a:prstGeom prst="rect">
            <a:avLst/>
          </a:prstGeom>
          <a:noFill/>
        </p:spPr>
        <p:txBody>
          <a:bodyPr wrap="none" rtlCol="0">
            <a:spAutoFit/>
          </a:bodyPr>
          <a:lstStyle/>
          <a:p>
            <a:r>
              <a:rPr lang="en-US" altLang="zh-CN" sz="2800" dirty="0">
                <a:latin typeface="Times New Roman" panose="02020503050405090304" pitchFamily="18" charset="0"/>
                <a:ea typeface="楷体" panose="02010609060101010101" pitchFamily="49" charset="-122"/>
              </a:rPr>
              <a:t>PANE3 </a:t>
            </a:r>
            <a:r>
              <a:rPr lang="zh-CN" altLang="en-US" sz="2800" dirty="0">
                <a:latin typeface="Times New Roman" panose="02020503050405090304" pitchFamily="18" charset="0"/>
                <a:ea typeface="楷体" panose="02010609060101010101" pitchFamily="49" charset="-122"/>
              </a:rPr>
              <a:t>命令运行区</a:t>
            </a:r>
            <a:endParaRPr lang="zh-CN" altLang="en-US" sz="2800" dirty="0">
              <a:latin typeface="Times New Roman" panose="02020503050405090304" pitchFamily="18" charset="0"/>
              <a:ea typeface="楷体" panose="02010609060101010101" pitchFamily="49" charset="-122"/>
            </a:endParaRPr>
          </a:p>
        </p:txBody>
      </p:sp>
      <p:sp>
        <p:nvSpPr>
          <p:cNvPr id="7" name="文本框 6"/>
          <p:cNvSpPr txBox="1"/>
          <p:nvPr/>
        </p:nvSpPr>
        <p:spPr>
          <a:xfrm>
            <a:off x="595605" y="4922054"/>
            <a:ext cx="10758195" cy="954107"/>
          </a:xfrm>
          <a:prstGeom prst="rect">
            <a:avLst/>
          </a:prstGeom>
          <a:noFill/>
        </p:spPr>
        <p:txBody>
          <a:bodyPr wrap="square" rtlCol="0">
            <a:spAutoFit/>
          </a:bodyPr>
          <a:lstStyle/>
          <a:p>
            <a:pPr marL="457200" indent="-457200">
              <a:buFont typeface="Arial" panose="020B0604020202090204" pitchFamily="34" charset="0"/>
              <a:buChar char="•"/>
            </a:pPr>
            <a:r>
              <a:rPr lang="en-US" altLang="zh-CN" sz="2800" dirty="0">
                <a:latin typeface="Times New Roman" panose="02020503050405090304" pitchFamily="18" charset="0"/>
                <a:ea typeface="楷体" panose="02010609060101010101" pitchFamily="49" charset="-122"/>
              </a:rPr>
              <a:t>Console</a:t>
            </a:r>
            <a:r>
              <a:rPr lang="zh-CN" altLang="en-US" sz="2800" dirty="0">
                <a:latin typeface="Times New Roman" panose="02020503050405090304" pitchFamily="18" charset="0"/>
                <a:ea typeface="楷体" panose="02010609060101010101" pitchFamily="49" charset="-122"/>
              </a:rPr>
              <a:t>，即控制台，展示了所有程序的交互结果。代码的运行结果与报错都会在该窗口展示。</a:t>
            </a:r>
            <a:endParaRPr lang="zh-CN" altLang="en-US" sz="2800" dirty="0">
              <a:latin typeface="Times New Roman" panose="02020503050405090304" pitchFamily="18" charset="0"/>
              <a:ea typeface="楷体" panose="02010609060101010101" pitchFamily="49" charset="-122"/>
            </a:endParaRPr>
          </a:p>
        </p:txBody>
      </p:sp>
      <p:sp>
        <p:nvSpPr>
          <p:cNvPr id="9"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3.4  </a:t>
            </a:r>
            <a:r>
              <a:rPr lang="en-US" altLang="zh-CN" sz="3600" dirty="0" err="1">
                <a:latin typeface="Times New Roman" panose="02020503050405090304" pitchFamily="18" charset="0"/>
                <a:ea typeface="华文楷体" panose="02010600040101010101" pitchFamily="2" charset="-122"/>
                <a:cs typeface="Times New Roman" panose="02020503050405090304" pitchFamily="18" charset="0"/>
              </a:rPr>
              <a:t>Rstudio</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的界面</a:t>
            </a:r>
            <a:endParaRPr lang="en-US" altLang="zh-CN" sz="3600" dirty="0"/>
          </a:p>
        </p:txBody>
      </p:sp>
      <p:pic>
        <p:nvPicPr>
          <p:cNvPr id="4" name="内容占位符 3"/>
          <p:cNvPicPr>
            <a:picLocks noGrp="1" noChangeAspect="1"/>
          </p:cNvPicPr>
          <p:nvPr>
            <p:ph idx="1"/>
            <p:custDataLst>
              <p:tags r:id="rId1"/>
            </p:custDataLst>
          </p:nvPr>
        </p:nvPicPr>
        <p:blipFill>
          <a:blip r:embed="rId2"/>
          <a:stretch>
            <a:fillRect/>
          </a:stretch>
        </p:blipFill>
        <p:spPr>
          <a:xfrm>
            <a:off x="1945005" y="1449705"/>
            <a:ext cx="8060055" cy="341439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346614" y="5983404"/>
            <a:ext cx="3514808" cy="523220"/>
          </a:xfrm>
          <a:prstGeom prst="rect">
            <a:avLst/>
          </a:prstGeom>
          <a:noFill/>
        </p:spPr>
        <p:txBody>
          <a:bodyPr wrap="none" rtlCol="0">
            <a:spAutoFit/>
          </a:bodyPr>
          <a:lstStyle/>
          <a:p>
            <a:r>
              <a:rPr lang="en-US" altLang="zh-CN" sz="2800" dirty="0">
                <a:latin typeface="Times New Roman" panose="02020503050405090304" pitchFamily="18" charset="0"/>
                <a:ea typeface="楷体" panose="02010609060101010101" pitchFamily="49" charset="-122"/>
              </a:rPr>
              <a:t>PANE4 </a:t>
            </a:r>
            <a:r>
              <a:rPr lang="zh-CN" altLang="en-US" sz="2800" dirty="0">
                <a:latin typeface="Times New Roman" panose="02020503050405090304" pitchFamily="18" charset="0"/>
                <a:ea typeface="楷体" panose="02010609060101010101" pitchFamily="49" charset="-122"/>
              </a:rPr>
              <a:t>绘图与求助区</a:t>
            </a:r>
            <a:endParaRPr lang="zh-CN" altLang="en-US" sz="2800" dirty="0">
              <a:latin typeface="Times New Roman" panose="02020503050405090304" pitchFamily="18" charset="0"/>
              <a:ea typeface="楷体" panose="02010609060101010101" pitchFamily="49" charset="-122"/>
            </a:endParaRPr>
          </a:p>
        </p:txBody>
      </p:sp>
      <p:sp>
        <p:nvSpPr>
          <p:cNvPr id="7"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3.4  </a:t>
            </a:r>
            <a:r>
              <a:rPr lang="en-US" altLang="zh-CN" sz="3600" dirty="0" err="1">
                <a:latin typeface="Times New Roman" panose="02020503050405090304" pitchFamily="18" charset="0"/>
                <a:ea typeface="华文楷体" panose="02010600040101010101" pitchFamily="2" charset="-122"/>
                <a:cs typeface="Times New Roman" panose="02020503050405090304" pitchFamily="18" charset="0"/>
              </a:rPr>
              <a:t>Rstudio</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的界面</a:t>
            </a:r>
            <a:endParaRPr lang="en-US" altLang="zh-CN" sz="3600" dirty="0"/>
          </a:p>
        </p:txBody>
      </p:sp>
      <p:pic>
        <p:nvPicPr>
          <p:cNvPr id="4" name="内容占位符 3"/>
          <p:cNvPicPr>
            <a:picLocks noGrp="1" noChangeAspect="1"/>
          </p:cNvPicPr>
          <p:nvPr>
            <p:ph idx="1"/>
            <p:custDataLst>
              <p:tags r:id="rId1"/>
            </p:custDataLst>
          </p:nvPr>
        </p:nvPicPr>
        <p:blipFill>
          <a:blip r:embed="rId2"/>
          <a:stretch>
            <a:fillRect/>
          </a:stretch>
        </p:blipFill>
        <p:spPr>
          <a:xfrm>
            <a:off x="3531235" y="1473200"/>
            <a:ext cx="5129530" cy="4351655"/>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479549"/>
            <a:ext cx="10515600" cy="4723221"/>
          </a:xfrm>
        </p:spPr>
        <p:txBody>
          <a:bodyPr/>
          <a:lstStyle/>
          <a:p>
            <a:pPr marL="0" indent="0">
              <a:buNone/>
            </a:pPr>
            <a:r>
              <a:rPr lang="zh-CN" altLang="en-US" dirty="0">
                <a:latin typeface="Times New Roman" panose="02020503050405090304" pitchFamily="18" charset="0"/>
              </a:rPr>
              <a:t>输入代码：</a:t>
            </a:r>
            <a:endParaRPr lang="en-US" altLang="zh-CN" dirty="0">
              <a:latin typeface="Times New Roman" panose="02020503050405090304" pitchFamily="18" charset="0"/>
            </a:endParaRPr>
          </a:p>
          <a:p>
            <a:pPr marL="0" indent="0">
              <a:buNone/>
            </a:pPr>
            <a:endParaRPr lang="en-US" altLang="zh-CN" dirty="0">
              <a:latin typeface="Times New Roman" panose="02020503050405090304" pitchFamily="18" charset="0"/>
            </a:endParaRPr>
          </a:p>
          <a:p>
            <a:pPr marL="0" indent="0">
              <a:buNone/>
            </a:pPr>
            <a:r>
              <a:rPr lang="en-US" altLang="zh-CN" dirty="0">
                <a:latin typeface="Times New Roman" panose="02020503050405090304" pitchFamily="18" charset="0"/>
                <a:cs typeface="Times New Roman" panose="02020503050405090304" pitchFamily="18" charset="0"/>
              </a:rPr>
              <a:t>x &lt;- </a:t>
            </a:r>
            <a:r>
              <a:rPr lang="en-US" altLang="zh-CN" dirty="0" err="1">
                <a:latin typeface="Times New Roman" panose="02020503050405090304" pitchFamily="18" charset="0"/>
                <a:cs typeface="Times New Roman" panose="02020503050405090304" pitchFamily="18" charset="0"/>
              </a:rPr>
              <a:t>rnorm</a:t>
            </a:r>
            <a:r>
              <a:rPr lang="en-US" altLang="zh-CN" dirty="0">
                <a:latin typeface="Times New Roman" panose="02020503050405090304" pitchFamily="18" charset="0"/>
                <a:cs typeface="Times New Roman" panose="02020503050405090304" pitchFamily="18" charset="0"/>
              </a:rPr>
              <a:t>(1000, mean = 0, </a:t>
            </a:r>
            <a:r>
              <a:rPr lang="en-US" altLang="zh-CN" dirty="0" err="1">
                <a:latin typeface="Times New Roman" panose="02020503050405090304" pitchFamily="18" charset="0"/>
                <a:cs typeface="Times New Roman" panose="02020503050405090304" pitchFamily="18" charset="0"/>
              </a:rPr>
              <a:t>sd</a:t>
            </a:r>
            <a:r>
              <a:rPr lang="en-US" altLang="zh-CN" dirty="0">
                <a:latin typeface="Times New Roman" panose="02020503050405090304" pitchFamily="18" charset="0"/>
                <a:cs typeface="Times New Roman" panose="02020503050405090304" pitchFamily="18" charset="0"/>
              </a:rPr>
              <a:t> = 1)</a:t>
            </a:r>
            <a:endParaRPr lang="en-US" altLang="zh-CN" dirty="0">
              <a:latin typeface="Times New Roman" panose="02020503050405090304" pitchFamily="18" charset="0"/>
              <a:cs typeface="Times New Roman" panose="02020503050405090304" pitchFamily="18" charset="0"/>
            </a:endParaRPr>
          </a:p>
          <a:p>
            <a:pPr marL="0" indent="0">
              <a:buNone/>
            </a:pPr>
            <a:r>
              <a:rPr lang="en-US" altLang="zh-CN" dirty="0" err="1">
                <a:latin typeface="Times New Roman" panose="02020503050405090304" pitchFamily="18" charset="0"/>
                <a:cs typeface="Times New Roman" panose="02020503050405090304" pitchFamily="18" charset="0"/>
              </a:rPr>
              <a:t>hist</a:t>
            </a:r>
            <a:r>
              <a:rPr lang="en-US" altLang="zh-CN" dirty="0">
                <a:latin typeface="Times New Roman" panose="02020503050405090304" pitchFamily="18" charset="0"/>
                <a:cs typeface="Times New Roman" panose="02020503050405090304" pitchFamily="18" charset="0"/>
              </a:rPr>
              <a:t>(x, breaks = 30, main = "Normal Distribution", </a:t>
            </a:r>
            <a:r>
              <a:rPr lang="en-US" altLang="zh-CN" dirty="0" err="1">
                <a:latin typeface="Times New Roman" panose="02020503050405090304" pitchFamily="18" charset="0"/>
                <a:cs typeface="Times New Roman" panose="02020503050405090304" pitchFamily="18" charset="0"/>
              </a:rPr>
              <a:t>xlab</a:t>
            </a:r>
            <a:r>
              <a:rPr lang="en-US" altLang="zh-CN" dirty="0">
                <a:latin typeface="Times New Roman" panose="02020503050405090304" pitchFamily="18" charset="0"/>
                <a:cs typeface="Times New Roman" panose="02020503050405090304" pitchFamily="18" charset="0"/>
              </a:rPr>
              <a:t> = "Value", 	</a:t>
            </a:r>
            <a:r>
              <a:rPr lang="en-US" altLang="zh-CN" dirty="0" err="1">
                <a:latin typeface="Times New Roman" panose="02020503050405090304" pitchFamily="18" charset="0"/>
                <a:cs typeface="Times New Roman" panose="02020503050405090304" pitchFamily="18" charset="0"/>
              </a:rPr>
              <a:t>ylab</a:t>
            </a:r>
            <a:r>
              <a:rPr lang="en-US" altLang="zh-CN" dirty="0">
                <a:latin typeface="Times New Roman" panose="02020503050405090304" pitchFamily="18" charset="0"/>
                <a:cs typeface="Times New Roman" panose="02020503050405090304" pitchFamily="18" charset="0"/>
              </a:rPr>
              <a:t> = "Frequency")</a:t>
            </a:r>
            <a:endParaRPr lang="en-US" altLang="zh-CN" dirty="0">
              <a:latin typeface="Times New Roman" panose="02020503050405090304" pitchFamily="18" charset="0"/>
              <a:cs typeface="Times New Roman" panose="02020503050405090304" pitchFamily="18" charset="0"/>
            </a:endParaRPr>
          </a:p>
          <a:p>
            <a:pPr marL="0" indent="0">
              <a:buNone/>
            </a:pPr>
            <a:endParaRPr lang="en-US" altLang="zh-CN" dirty="0">
              <a:latin typeface="Times New Roman" panose="02020503050405090304" pitchFamily="18" charset="0"/>
            </a:endParaRPr>
          </a:p>
          <a:p>
            <a:pPr marL="0" indent="0">
              <a:lnSpc>
                <a:spcPct val="100000"/>
              </a:lnSpc>
              <a:buNone/>
            </a:pPr>
            <a:r>
              <a:rPr lang="zh-CN" altLang="en-US" dirty="0">
                <a:latin typeface="Times New Roman" panose="02020503050405090304" pitchFamily="18" charset="0"/>
              </a:rPr>
              <a:t>这段代码将生成一个长度为</a:t>
            </a:r>
            <a:r>
              <a:rPr lang="en-US" altLang="zh-CN" dirty="0">
                <a:latin typeface="Times New Roman" panose="02020503050405090304" pitchFamily="18" charset="0"/>
              </a:rPr>
              <a:t>1000</a:t>
            </a:r>
            <a:r>
              <a:rPr lang="zh-CN" altLang="en-US" dirty="0">
                <a:latin typeface="Times New Roman" panose="02020503050405090304" pitchFamily="18" charset="0"/>
              </a:rPr>
              <a:t>的正态分布的数组，并将其赋值给变量 </a:t>
            </a:r>
            <a:r>
              <a:rPr lang="en-US" altLang="zh-CN" dirty="0">
                <a:latin typeface="Times New Roman" panose="02020503050405090304" pitchFamily="18" charset="0"/>
              </a:rPr>
              <a:t>x</a:t>
            </a:r>
            <a:r>
              <a:rPr lang="zh-CN" altLang="en-US" dirty="0">
                <a:latin typeface="Times New Roman" panose="02020503050405090304" pitchFamily="18" charset="0"/>
              </a:rPr>
              <a:t>。然后，将使用 </a:t>
            </a:r>
            <a:r>
              <a:rPr lang="en-US" altLang="zh-CN" dirty="0" err="1">
                <a:latin typeface="Times New Roman" panose="02020503050405090304" pitchFamily="18" charset="0"/>
                <a:cs typeface="Times New Roman" panose="02020503050405090304" pitchFamily="18" charset="0"/>
              </a:rPr>
              <a:t>hist</a:t>
            </a:r>
            <a:r>
              <a:rPr lang="en-US" altLang="zh-CN" dirty="0">
                <a:latin typeface="Times New Roman" panose="02020503050405090304" pitchFamily="18" charset="0"/>
                <a:cs typeface="Times New Roman" panose="02020503050405090304" pitchFamily="18" charset="0"/>
              </a:rPr>
              <a:t>() </a:t>
            </a:r>
            <a:r>
              <a:rPr lang="zh-CN" altLang="en-US" dirty="0">
                <a:latin typeface="Times New Roman" panose="02020503050405090304" pitchFamily="18" charset="0"/>
              </a:rPr>
              <a:t>函数将 </a:t>
            </a:r>
            <a:r>
              <a:rPr lang="en-US" altLang="zh-CN" dirty="0">
                <a:latin typeface="Times New Roman" panose="02020503050405090304" pitchFamily="18" charset="0"/>
              </a:rPr>
              <a:t>x </a:t>
            </a:r>
            <a:r>
              <a:rPr lang="zh-CN" altLang="en-US" dirty="0">
                <a:latin typeface="Times New Roman" panose="02020503050405090304" pitchFamily="18" charset="0"/>
              </a:rPr>
              <a:t>中的数据绘制为直方图。</a:t>
            </a:r>
            <a:r>
              <a:rPr lang="en-US" altLang="zh-CN" dirty="0">
                <a:latin typeface="Times New Roman" panose="02020503050405090304" pitchFamily="18" charset="0"/>
              </a:rPr>
              <a:t>breaks </a:t>
            </a:r>
            <a:r>
              <a:rPr lang="zh-CN" altLang="en-US" dirty="0">
                <a:latin typeface="Times New Roman" panose="02020503050405090304" pitchFamily="18" charset="0"/>
              </a:rPr>
              <a:t>参数指定直方图中的柱数，</a:t>
            </a:r>
            <a:r>
              <a:rPr lang="en-US" altLang="zh-CN" dirty="0">
                <a:latin typeface="Times New Roman" panose="02020503050405090304" pitchFamily="18" charset="0"/>
              </a:rPr>
              <a:t>main </a:t>
            </a:r>
            <a:r>
              <a:rPr lang="zh-CN" altLang="en-US" dirty="0">
                <a:latin typeface="Times New Roman" panose="02020503050405090304" pitchFamily="18" charset="0"/>
              </a:rPr>
              <a:t>参数指定图形的标题，</a:t>
            </a:r>
            <a:r>
              <a:rPr lang="en-US" altLang="zh-CN" dirty="0" err="1">
                <a:latin typeface="Times New Roman" panose="02020503050405090304" pitchFamily="18" charset="0"/>
              </a:rPr>
              <a:t>xlab</a:t>
            </a:r>
            <a:r>
              <a:rPr lang="en-US" altLang="zh-CN" dirty="0">
                <a:latin typeface="Times New Roman" panose="02020503050405090304" pitchFamily="18" charset="0"/>
              </a:rPr>
              <a:t> </a:t>
            </a:r>
            <a:r>
              <a:rPr lang="zh-CN" altLang="en-US" dirty="0">
                <a:latin typeface="Times New Roman" panose="02020503050405090304" pitchFamily="18" charset="0"/>
              </a:rPr>
              <a:t>参数指定</a:t>
            </a:r>
            <a:r>
              <a:rPr lang="en-US" altLang="zh-CN" dirty="0">
                <a:latin typeface="Times New Roman" panose="02020503050405090304" pitchFamily="18" charset="0"/>
              </a:rPr>
              <a:t>X</a:t>
            </a:r>
            <a:r>
              <a:rPr lang="zh-CN" altLang="en-US" dirty="0">
                <a:latin typeface="Times New Roman" panose="02020503050405090304" pitchFamily="18" charset="0"/>
              </a:rPr>
              <a:t>轴标签，</a:t>
            </a:r>
            <a:r>
              <a:rPr lang="en-US" altLang="zh-CN" dirty="0" err="1">
                <a:latin typeface="Times New Roman" panose="02020503050405090304" pitchFamily="18" charset="0"/>
              </a:rPr>
              <a:t>ylab</a:t>
            </a:r>
            <a:r>
              <a:rPr lang="en-US" altLang="zh-CN" dirty="0">
                <a:latin typeface="Times New Roman" panose="02020503050405090304" pitchFamily="18" charset="0"/>
              </a:rPr>
              <a:t> </a:t>
            </a:r>
            <a:r>
              <a:rPr lang="zh-CN" altLang="en-US" dirty="0">
                <a:latin typeface="Times New Roman" panose="02020503050405090304" pitchFamily="18" charset="0"/>
              </a:rPr>
              <a:t>参数指定</a:t>
            </a:r>
            <a:r>
              <a:rPr lang="en-US" altLang="zh-CN" dirty="0">
                <a:latin typeface="Times New Roman" panose="02020503050405090304" pitchFamily="18" charset="0"/>
              </a:rPr>
              <a:t>Y</a:t>
            </a:r>
            <a:r>
              <a:rPr lang="zh-CN" altLang="en-US" dirty="0">
                <a:latin typeface="Times New Roman" panose="02020503050405090304" pitchFamily="18" charset="0"/>
              </a:rPr>
              <a:t>轴标签。</a:t>
            </a:r>
            <a:endParaRPr lang="en-US" altLang="zh-CN" dirty="0">
              <a:latin typeface="Times New Roman" panose="02020503050405090304" pitchFamily="18" charset="0"/>
            </a:endParaRPr>
          </a:p>
          <a:p>
            <a:pPr marL="0" indent="0">
              <a:buNone/>
            </a:pPr>
            <a:endParaRPr lang="en-US" altLang="zh-CN" dirty="0"/>
          </a:p>
          <a:p>
            <a:pPr marL="0" indent="0">
              <a:buNone/>
            </a:pPr>
            <a:endParaRPr lang="en-US" altLang="zh-CN" dirty="0"/>
          </a:p>
          <a:p>
            <a:pPr marL="0" indent="0">
              <a:buNone/>
            </a:pPr>
            <a:endParaRPr lang="zh-CN" altLang="en-US" dirty="0"/>
          </a:p>
        </p:txBody>
      </p:sp>
      <p:sp>
        <p:nvSpPr>
          <p:cNvPr id="5"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3.5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测试</a:t>
            </a:r>
            <a:r>
              <a:rPr lang="en-US" altLang="zh-CN" sz="3600" dirty="0" err="1">
                <a:latin typeface="Times New Roman" panose="02020503050405090304" pitchFamily="18" charset="0"/>
                <a:ea typeface="华文楷体" panose="02010600040101010101" pitchFamily="2" charset="-122"/>
                <a:cs typeface="Times New Roman" panose="02020503050405090304" pitchFamily="18" charset="0"/>
              </a:rPr>
              <a:t>Rstudio</a:t>
            </a:r>
            <a:endParaRPr lang="en-US" altLang="zh-CN" sz="36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663575" y="1468120"/>
            <a:ext cx="7794625" cy="4633595"/>
          </a:xfrm>
          <a:prstGeom prst="rect">
            <a:avLst/>
          </a:prstGeom>
        </p:spPr>
      </p:pic>
      <p:sp>
        <p:nvSpPr>
          <p:cNvPr id="8" name="椭圆 7"/>
          <p:cNvSpPr/>
          <p:nvPr/>
        </p:nvSpPr>
        <p:spPr>
          <a:xfrm>
            <a:off x="4049628" y="1847210"/>
            <a:ext cx="357051" cy="21771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sp>
        <p:nvSpPr>
          <p:cNvPr id="10" name="文本框 9"/>
          <p:cNvSpPr txBox="1"/>
          <p:nvPr/>
        </p:nvSpPr>
        <p:spPr>
          <a:xfrm>
            <a:off x="8457927" y="2451317"/>
            <a:ext cx="3344091" cy="1986280"/>
          </a:xfrm>
          <a:prstGeom prst="rect">
            <a:avLst/>
          </a:prstGeom>
          <a:noFill/>
        </p:spPr>
        <p:txBody>
          <a:bodyPr wrap="square" rtlCol="0">
            <a:spAutoFit/>
          </a:bodyPr>
          <a:lstStyle/>
          <a:p>
            <a:pPr>
              <a:lnSpc>
                <a:spcPct val="110000"/>
              </a:lnSpc>
            </a:pPr>
            <a:r>
              <a:rPr lang="zh-CN" altLang="en-US" sz="2800" dirty="0">
                <a:latin typeface="Times New Roman" panose="02020503050405090304" pitchFamily="18" charset="0"/>
                <a:ea typeface="楷体" panose="02010609060101010101" pitchFamily="49" charset="-122"/>
              </a:rPr>
              <a:t>输入代码后，选中已经输入的代码，点击右侧“</a:t>
            </a:r>
            <a:r>
              <a:rPr lang="en-US" altLang="zh-CN" sz="2800" dirty="0">
                <a:latin typeface="Times New Roman" panose="02020503050405090304" pitchFamily="18" charset="0"/>
                <a:ea typeface="楷体" panose="02010609060101010101" pitchFamily="49" charset="-122"/>
              </a:rPr>
              <a:t>Run</a:t>
            </a:r>
            <a:r>
              <a:rPr lang="zh-CN" altLang="en-US" sz="2800" dirty="0">
                <a:latin typeface="Times New Roman" panose="02020503050405090304" pitchFamily="18" charset="0"/>
                <a:ea typeface="楷体" panose="02010609060101010101" pitchFamily="49" charset="-122"/>
              </a:rPr>
              <a:t>”，或者按“</a:t>
            </a:r>
            <a:r>
              <a:rPr lang="en-US" altLang="zh-CN" sz="2800" dirty="0" err="1">
                <a:latin typeface="Times New Roman" panose="02020503050405090304" pitchFamily="18" charset="0"/>
                <a:ea typeface="楷体" panose="02010609060101010101" pitchFamily="49" charset="-122"/>
              </a:rPr>
              <a:t>Ctrl+Enter</a:t>
            </a:r>
            <a:r>
              <a:rPr lang="zh-CN" altLang="en-US" sz="2800" dirty="0">
                <a:latin typeface="Times New Roman" panose="02020503050405090304" pitchFamily="18" charset="0"/>
                <a:ea typeface="楷体" panose="02010609060101010101" pitchFamily="49" charset="-122"/>
              </a:rPr>
              <a:t>”</a:t>
            </a:r>
            <a:endParaRPr lang="zh-CN" altLang="en-US" sz="2800" dirty="0">
              <a:latin typeface="Times New Roman" panose="02020503050405090304" pitchFamily="18" charset="0"/>
              <a:ea typeface="楷体" panose="02010609060101010101" pitchFamily="49" charset="-122"/>
            </a:endParaRPr>
          </a:p>
        </p:txBody>
      </p:sp>
      <p:sp>
        <p:nvSpPr>
          <p:cNvPr id="11"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3.5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测试</a:t>
            </a:r>
            <a:r>
              <a:rPr lang="en-US" altLang="zh-CN" sz="3600" dirty="0" err="1">
                <a:latin typeface="Times New Roman" panose="02020503050405090304" pitchFamily="18" charset="0"/>
                <a:ea typeface="华文楷体" panose="02010600040101010101" pitchFamily="2" charset="-122"/>
                <a:cs typeface="Times New Roman" panose="02020503050405090304" pitchFamily="18" charset="0"/>
              </a:rPr>
              <a:t>Rstudio</a:t>
            </a:r>
            <a:endParaRPr lang="en-US" altLang="zh-CN" sz="36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2"/>
          <a:stretch>
            <a:fillRect/>
          </a:stretch>
        </p:blipFill>
        <p:spPr>
          <a:xfrm>
            <a:off x="663575" y="1468120"/>
            <a:ext cx="7794625" cy="4633595"/>
          </a:xfrm>
          <a:prstGeom prst="rect">
            <a:avLst/>
          </a:prstGeom>
        </p:spPr>
      </p:pic>
      <p:sp>
        <p:nvSpPr>
          <p:cNvPr id="8" name="椭圆 7"/>
          <p:cNvSpPr/>
          <p:nvPr/>
        </p:nvSpPr>
        <p:spPr>
          <a:xfrm>
            <a:off x="4049628" y="1847210"/>
            <a:ext cx="357051" cy="21771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sp>
        <p:nvSpPr>
          <p:cNvPr id="11"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3.5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测试</a:t>
            </a:r>
            <a:r>
              <a:rPr lang="en-US" altLang="zh-CN" sz="3600" dirty="0" err="1">
                <a:latin typeface="Times New Roman" panose="02020503050405090304" pitchFamily="18" charset="0"/>
                <a:ea typeface="华文楷体" panose="02010600040101010101" pitchFamily="2" charset="-122"/>
                <a:cs typeface="Times New Roman" panose="02020503050405090304" pitchFamily="18" charset="0"/>
              </a:rPr>
              <a:t>Rstudio</a:t>
            </a:r>
            <a:endParaRPr lang="en-US" altLang="zh-CN" sz="3600" dirty="0"/>
          </a:p>
        </p:txBody>
      </p:sp>
      <p:sp>
        <p:nvSpPr>
          <p:cNvPr id="3" name="矩形 2"/>
          <p:cNvSpPr/>
          <p:nvPr>
            <p:custDataLst>
              <p:tags r:id="rId3"/>
            </p:custDataLst>
          </p:nvPr>
        </p:nvSpPr>
        <p:spPr>
          <a:xfrm>
            <a:off x="5217160" y="2065020"/>
            <a:ext cx="2809875" cy="2876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sp>
        <p:nvSpPr>
          <p:cNvPr id="12" name="文本框 11"/>
          <p:cNvSpPr txBox="1"/>
          <p:nvPr>
            <p:custDataLst>
              <p:tags r:id="rId4"/>
            </p:custDataLst>
          </p:nvPr>
        </p:nvSpPr>
        <p:spPr>
          <a:xfrm>
            <a:off x="5731822" y="2451059"/>
            <a:ext cx="1898469" cy="584775"/>
          </a:xfrm>
          <a:prstGeom prst="rect">
            <a:avLst/>
          </a:prstGeom>
          <a:noFill/>
        </p:spPr>
        <p:txBody>
          <a:bodyPr wrap="square" rtlCol="0">
            <a:spAutoFit/>
          </a:bodyPr>
          <a:lstStyle/>
          <a:p>
            <a:r>
              <a:rPr lang="zh-CN" altLang="en-US" sz="3200" b="1" dirty="0">
                <a:solidFill>
                  <a:schemeClr val="tx1"/>
                </a:solidFill>
                <a:latin typeface="楷体" panose="02010609060101010101" pitchFamily="49" charset="-122"/>
                <a:ea typeface="楷体" panose="02010609060101010101" pitchFamily="49" charset="-122"/>
              </a:rPr>
              <a:t>数据存放</a:t>
            </a:r>
            <a:endParaRPr lang="zh-CN" altLang="en-US" sz="3200" b="1" dirty="0">
              <a:solidFill>
                <a:schemeClr val="tx1"/>
              </a:solidFill>
              <a:latin typeface="楷体" panose="02010609060101010101" pitchFamily="49" charset="-122"/>
              <a:ea typeface="楷体" panose="02010609060101010101" pitchFamily="49" charset="-122"/>
            </a:endParaRPr>
          </a:p>
        </p:txBody>
      </p:sp>
      <p:sp>
        <p:nvSpPr>
          <p:cNvPr id="15" name="文本框 14"/>
          <p:cNvSpPr txBox="1"/>
          <p:nvPr>
            <p:custDataLst>
              <p:tags r:id="rId5"/>
            </p:custDataLst>
          </p:nvPr>
        </p:nvSpPr>
        <p:spPr>
          <a:xfrm>
            <a:off x="8556987" y="2166837"/>
            <a:ext cx="3344091" cy="2246769"/>
          </a:xfrm>
          <a:prstGeom prst="rect">
            <a:avLst/>
          </a:prstGeom>
          <a:noFill/>
        </p:spPr>
        <p:txBody>
          <a:bodyPr wrap="square" rtlCol="0">
            <a:spAutoFit/>
          </a:bodyPr>
          <a:lstStyle/>
          <a:p>
            <a:r>
              <a:rPr lang="zh-CN" altLang="en-US" sz="2800" dirty="0">
                <a:latin typeface="Times New Roman" panose="02020503050405090304" pitchFamily="18" charset="0"/>
                <a:ea typeface="楷体" panose="02010609060101010101" pitchFamily="49" charset="-122"/>
              </a:rPr>
              <a:t>如果</a:t>
            </a:r>
            <a:r>
              <a:rPr lang="en-US" altLang="zh-CN" sz="2800" dirty="0" err="1">
                <a:latin typeface="Times New Roman" panose="02020503050405090304" pitchFamily="18" charset="0"/>
                <a:ea typeface="楷体" panose="02010609060101010101" pitchFamily="49" charset="-122"/>
              </a:rPr>
              <a:t>Rstudio</a:t>
            </a:r>
            <a:r>
              <a:rPr lang="zh-CN" altLang="en-US" sz="2800" dirty="0">
                <a:latin typeface="Times New Roman" panose="02020503050405090304" pitchFamily="18" charset="0"/>
                <a:ea typeface="楷体" panose="02010609060101010101" pitchFamily="49" charset="-122"/>
              </a:rPr>
              <a:t>安装配置成功，将同样生成一个随机的正态数组并且将结果显示在相同的地方。</a:t>
            </a:r>
            <a:endParaRPr lang="zh-CN" altLang="en-US" sz="2800" dirty="0">
              <a:latin typeface="Times New Roman" panose="02020503050405090304" pitchFamily="18" charset="0"/>
              <a:ea typeface="楷体" panose="02010609060101010101" pitchFamily="49" charset="-122"/>
            </a:endParaRPr>
          </a:p>
        </p:txBody>
      </p:sp>
      <p:sp>
        <p:nvSpPr>
          <p:cNvPr id="13" name="矩形 12"/>
          <p:cNvSpPr/>
          <p:nvPr>
            <p:custDataLst>
              <p:tags r:id="rId6"/>
            </p:custDataLst>
          </p:nvPr>
        </p:nvSpPr>
        <p:spPr>
          <a:xfrm>
            <a:off x="5217160" y="3337560"/>
            <a:ext cx="3199130" cy="27641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sp>
        <p:nvSpPr>
          <p:cNvPr id="14" name="文本框 13"/>
          <p:cNvSpPr txBox="1"/>
          <p:nvPr>
            <p:custDataLst>
              <p:tags r:id="rId7"/>
            </p:custDataLst>
          </p:nvPr>
        </p:nvSpPr>
        <p:spPr>
          <a:xfrm>
            <a:off x="6332855" y="4181475"/>
            <a:ext cx="1880235" cy="583565"/>
          </a:xfrm>
          <a:prstGeom prst="rect">
            <a:avLst/>
          </a:prstGeom>
          <a:noFill/>
        </p:spPr>
        <p:txBody>
          <a:bodyPr wrap="square" rtlCol="0">
            <a:spAutoFit/>
          </a:bodyPr>
          <a:lstStyle/>
          <a:p>
            <a:r>
              <a:rPr lang="zh-CN" altLang="en-US" sz="3200" b="1" dirty="0">
                <a:latin typeface="楷体" panose="02010609060101010101" pitchFamily="49" charset="-122"/>
                <a:ea typeface="楷体" panose="02010609060101010101" pitchFamily="49" charset="-122"/>
              </a:rPr>
              <a:t>图表展示</a:t>
            </a:r>
            <a:endParaRPr lang="zh-CN" altLang="en-US" sz="3200" b="1" dirty="0">
              <a:latin typeface="楷体" panose="02010609060101010101" pitchFamily="49" charset="-122"/>
              <a:ea typeface="楷体" panose="02010609060101010101" pitchFamily="49" charset="-122"/>
            </a:endParaRPr>
          </a:p>
        </p:txBody>
      </p:sp>
      <p:sp>
        <p:nvSpPr>
          <p:cNvPr id="6" name="矩形 5"/>
          <p:cNvSpPr/>
          <p:nvPr>
            <p:custDataLst>
              <p:tags r:id="rId8"/>
            </p:custDataLst>
          </p:nvPr>
        </p:nvSpPr>
        <p:spPr>
          <a:xfrm>
            <a:off x="663575" y="5558790"/>
            <a:ext cx="3470910" cy="33909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sp>
        <p:nvSpPr>
          <p:cNvPr id="4" name="文本框 3"/>
          <p:cNvSpPr txBox="1"/>
          <p:nvPr>
            <p:custDataLst>
              <p:tags r:id="rId9"/>
            </p:custDataLst>
          </p:nvPr>
        </p:nvSpPr>
        <p:spPr>
          <a:xfrm>
            <a:off x="2974429" y="4888185"/>
            <a:ext cx="1898469" cy="584775"/>
          </a:xfrm>
          <a:prstGeom prst="rect">
            <a:avLst/>
          </a:prstGeom>
          <a:noFill/>
        </p:spPr>
        <p:txBody>
          <a:bodyPr wrap="square" rtlCol="0">
            <a:spAutoFit/>
          </a:bodyPr>
          <a:lstStyle/>
          <a:p>
            <a:r>
              <a:rPr lang="zh-CN" altLang="en-US" sz="3200" b="1" dirty="0">
                <a:solidFill>
                  <a:schemeClr val="tx1"/>
                </a:solidFill>
                <a:latin typeface="楷体" panose="02010609060101010101" pitchFamily="49" charset="-122"/>
                <a:ea typeface="楷体" panose="02010609060101010101" pitchFamily="49" charset="-122"/>
              </a:rPr>
              <a:t>交互结果</a:t>
            </a:r>
            <a:endParaRPr lang="zh-CN" altLang="en-US" sz="3200" b="1" dirty="0">
              <a:solidFill>
                <a:schemeClr val="tx1"/>
              </a:solidFill>
              <a:latin typeface="楷体" panose="02010609060101010101" pitchFamily="49" charset="-122"/>
              <a:ea typeface="楷体" panose="02010609060101010101" pitchFamily="49"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问题</a:t>
            </a:r>
            <a:r>
              <a:rPr lang="zh-CN" altLang="en-US" dirty="0"/>
              <a:t>：函数从哪里来？</a:t>
            </a:r>
            <a:endParaRPr lang="en-US" dirty="0"/>
          </a:p>
        </p:txBody>
      </p:sp>
      <p:pic>
        <p:nvPicPr>
          <p:cNvPr id="8" name="图片 7"/>
          <p:cNvPicPr>
            <a:picLocks noChangeAspect="1"/>
          </p:cNvPicPr>
          <p:nvPr>
            <p:custDataLst>
              <p:tags r:id="rId1"/>
            </p:custDataLst>
          </p:nvPr>
        </p:nvPicPr>
        <p:blipFill>
          <a:blip r:embed="rId2"/>
          <a:srcRect l="1047"/>
          <a:stretch>
            <a:fillRect/>
          </a:stretch>
        </p:blipFill>
        <p:spPr>
          <a:xfrm>
            <a:off x="5607050" y="1342390"/>
            <a:ext cx="5042535" cy="97155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问题</a:t>
            </a:r>
            <a:r>
              <a:rPr lang="zh-CN" altLang="en-US" dirty="0"/>
              <a:t>：函数从哪里来？</a:t>
            </a:r>
            <a:endParaRPr lang="en-US" dirty="0"/>
          </a:p>
        </p:txBody>
      </p:sp>
      <p:pic>
        <p:nvPicPr>
          <p:cNvPr id="2" name="图片 1"/>
          <p:cNvPicPr>
            <a:picLocks noChangeAspect="1"/>
          </p:cNvPicPr>
          <p:nvPr>
            <p:custDataLst>
              <p:tags r:id="rId1"/>
            </p:custDataLst>
          </p:nvPr>
        </p:nvPicPr>
        <p:blipFill>
          <a:blip r:embed="rId2"/>
          <a:stretch>
            <a:fillRect/>
          </a:stretch>
        </p:blipFill>
        <p:spPr>
          <a:xfrm>
            <a:off x="5607050" y="2580005"/>
            <a:ext cx="5314950" cy="942975"/>
          </a:xfrm>
          <a:prstGeom prst="rect">
            <a:avLst/>
          </a:prstGeom>
        </p:spPr>
      </p:pic>
      <p:pic>
        <p:nvPicPr>
          <p:cNvPr id="8" name="图片 7"/>
          <p:cNvPicPr>
            <a:picLocks noChangeAspect="1"/>
          </p:cNvPicPr>
          <p:nvPr>
            <p:custDataLst>
              <p:tags r:id="rId3"/>
            </p:custDataLst>
          </p:nvPr>
        </p:nvPicPr>
        <p:blipFill>
          <a:blip r:embed="rId4"/>
          <a:srcRect l="1047"/>
          <a:stretch>
            <a:fillRect/>
          </a:stretch>
        </p:blipFill>
        <p:spPr>
          <a:xfrm>
            <a:off x="5607050" y="1342390"/>
            <a:ext cx="5042535" cy="97155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问题</a:t>
            </a:r>
            <a:r>
              <a:rPr lang="zh-CN" altLang="en-US" dirty="0"/>
              <a:t>：函数从哪里来？</a:t>
            </a:r>
            <a:endParaRPr lang="en-US" dirty="0"/>
          </a:p>
        </p:txBody>
      </p:sp>
      <p:pic>
        <p:nvPicPr>
          <p:cNvPr id="2" name="图片 1"/>
          <p:cNvPicPr>
            <a:picLocks noChangeAspect="1"/>
          </p:cNvPicPr>
          <p:nvPr>
            <p:custDataLst>
              <p:tags r:id="rId1"/>
            </p:custDataLst>
          </p:nvPr>
        </p:nvPicPr>
        <p:blipFill>
          <a:blip r:embed="rId2"/>
          <a:stretch>
            <a:fillRect/>
          </a:stretch>
        </p:blipFill>
        <p:spPr>
          <a:xfrm>
            <a:off x="5607050" y="3789045"/>
            <a:ext cx="5946775" cy="2120900"/>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5607050" y="2580005"/>
            <a:ext cx="5314950" cy="942975"/>
          </a:xfrm>
          <a:prstGeom prst="rect">
            <a:avLst/>
          </a:prstGeom>
        </p:spPr>
      </p:pic>
      <p:pic>
        <p:nvPicPr>
          <p:cNvPr id="8" name="图片 7"/>
          <p:cNvPicPr>
            <a:picLocks noChangeAspect="1"/>
          </p:cNvPicPr>
          <p:nvPr>
            <p:custDataLst>
              <p:tags r:id="rId5"/>
            </p:custDataLst>
          </p:nvPr>
        </p:nvPicPr>
        <p:blipFill>
          <a:blip r:embed="rId6"/>
          <a:srcRect l="1047"/>
          <a:stretch>
            <a:fillRect/>
          </a:stretch>
        </p:blipFill>
        <p:spPr>
          <a:xfrm>
            <a:off x="5607050" y="1342390"/>
            <a:ext cx="5042535" cy="97155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问题</a:t>
            </a:r>
            <a:r>
              <a:rPr lang="zh-CN" altLang="en-US" dirty="0"/>
              <a:t>：函数从哪里来？</a:t>
            </a:r>
            <a:endParaRPr lang="en-US" dirty="0"/>
          </a:p>
        </p:txBody>
      </p:sp>
      <p:pic>
        <p:nvPicPr>
          <p:cNvPr id="2" name="图片 1"/>
          <p:cNvPicPr>
            <a:picLocks noChangeAspect="1"/>
          </p:cNvPicPr>
          <p:nvPr>
            <p:custDataLst>
              <p:tags r:id="rId1"/>
            </p:custDataLst>
          </p:nvPr>
        </p:nvPicPr>
        <p:blipFill>
          <a:blip r:embed="rId2"/>
          <a:stretch>
            <a:fillRect/>
          </a:stretch>
        </p:blipFill>
        <p:spPr>
          <a:xfrm>
            <a:off x="3286125" y="2390775"/>
            <a:ext cx="1390650" cy="419100"/>
          </a:xfrm>
          <a:prstGeom prst="rect">
            <a:avLst/>
          </a:prstGeom>
        </p:spPr>
      </p:pic>
      <p:pic>
        <p:nvPicPr>
          <p:cNvPr id="4" name="图片 3"/>
          <p:cNvPicPr>
            <a:picLocks noChangeAspect="1"/>
          </p:cNvPicPr>
          <p:nvPr>
            <p:custDataLst>
              <p:tags r:id="rId3"/>
            </p:custDataLst>
          </p:nvPr>
        </p:nvPicPr>
        <p:blipFill>
          <a:blip r:embed="rId4"/>
          <a:srcRect b="5392"/>
          <a:stretch>
            <a:fillRect/>
          </a:stretch>
        </p:blipFill>
        <p:spPr>
          <a:xfrm>
            <a:off x="5467985" y="267335"/>
            <a:ext cx="5068570" cy="6196965"/>
          </a:xfrm>
          <a:prstGeom prst="rect">
            <a:avLst/>
          </a:prstGeom>
        </p:spPr>
      </p:pic>
      <p:sp>
        <p:nvSpPr>
          <p:cNvPr id="5" name="矩形 4"/>
          <p:cNvSpPr/>
          <p:nvPr>
            <p:custDataLst>
              <p:tags r:id="rId5"/>
            </p:custDataLst>
          </p:nvPr>
        </p:nvSpPr>
        <p:spPr>
          <a:xfrm>
            <a:off x="5467985" y="815975"/>
            <a:ext cx="782320" cy="2876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sp>
        <p:nvSpPr>
          <p:cNvPr id="6" name="矩形 5"/>
          <p:cNvSpPr/>
          <p:nvPr>
            <p:custDataLst>
              <p:tags r:id="rId6"/>
            </p:custDataLst>
          </p:nvPr>
        </p:nvSpPr>
        <p:spPr>
          <a:xfrm>
            <a:off x="5467985" y="1492885"/>
            <a:ext cx="782320" cy="2876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sp>
        <p:nvSpPr>
          <p:cNvPr id="8" name="矩形 7"/>
          <p:cNvSpPr/>
          <p:nvPr>
            <p:custDataLst>
              <p:tags r:id="rId7"/>
            </p:custDataLst>
          </p:nvPr>
        </p:nvSpPr>
        <p:spPr>
          <a:xfrm>
            <a:off x="5467985" y="2006600"/>
            <a:ext cx="529590" cy="23812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sp>
        <p:nvSpPr>
          <p:cNvPr id="9" name="矩形 8"/>
          <p:cNvSpPr/>
          <p:nvPr>
            <p:custDataLst>
              <p:tags r:id="rId8"/>
            </p:custDataLst>
          </p:nvPr>
        </p:nvSpPr>
        <p:spPr>
          <a:xfrm>
            <a:off x="5467985" y="3811905"/>
            <a:ext cx="782320" cy="28765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p:txBody>
          <a:bodyPr/>
          <a:lstStyle/>
          <a:p>
            <a:pPr>
              <a:lnSpc>
                <a:spcPct val="120000"/>
              </a:lnSpc>
            </a:pPr>
            <a:r>
              <a:rPr lang="zh-CN" altLang="en-US" sz="2400" dirty="0">
                <a:latin typeface="Times New Roman" panose="02020503050405090304" pitchFamily="18" charset="0"/>
              </a:rPr>
              <a:t>在</a:t>
            </a:r>
            <a:r>
              <a:rPr lang="en-US" altLang="zh-CN" sz="2400" dirty="0">
                <a:latin typeface="Times New Roman" panose="02020503050405090304" pitchFamily="18" charset="0"/>
              </a:rPr>
              <a:t>R</a:t>
            </a:r>
            <a:r>
              <a:rPr lang="zh-CN" altLang="en-US" sz="2400" dirty="0">
                <a:latin typeface="Times New Roman" panose="02020503050405090304" pitchFamily="18" charset="0"/>
              </a:rPr>
              <a:t>语言中，</a:t>
            </a:r>
            <a:r>
              <a:rPr lang="en-US" altLang="zh-CN" sz="2400" dirty="0">
                <a:latin typeface="Times New Roman" panose="02020503050405090304" pitchFamily="18" charset="0"/>
              </a:rPr>
              <a:t>Packages</a:t>
            </a:r>
            <a:r>
              <a:rPr lang="zh-CN" altLang="en-US" sz="2400" dirty="0">
                <a:latin typeface="Times New Roman" panose="02020503050405090304" pitchFamily="18" charset="0"/>
              </a:rPr>
              <a:t>（包）是一种模块化的方式，用于扩展</a:t>
            </a:r>
            <a:r>
              <a:rPr lang="en-US" altLang="zh-CN" sz="2400" dirty="0">
                <a:latin typeface="Times New Roman" panose="02020503050405090304" pitchFamily="18" charset="0"/>
              </a:rPr>
              <a:t>R</a:t>
            </a:r>
            <a:r>
              <a:rPr lang="zh-CN" altLang="en-US" sz="2400" dirty="0">
                <a:latin typeface="Times New Roman" panose="02020503050405090304" pitchFamily="18" charset="0"/>
              </a:rPr>
              <a:t>的基本功能。</a:t>
            </a:r>
            <a:endParaRPr lang="en-US" altLang="zh-CN" sz="2400" dirty="0">
              <a:latin typeface="Times New Roman" panose="02020503050405090304" pitchFamily="18" charset="0"/>
            </a:endParaRPr>
          </a:p>
          <a:p>
            <a:pPr>
              <a:lnSpc>
                <a:spcPct val="120000"/>
              </a:lnSpc>
            </a:pPr>
            <a:r>
              <a:rPr lang="en-US" altLang="zh-CN" sz="2400" dirty="0">
                <a:latin typeface="Times New Roman" panose="02020503050405090304" pitchFamily="18" charset="0"/>
              </a:rPr>
              <a:t>Package</a:t>
            </a:r>
            <a:r>
              <a:rPr lang="zh-CN" altLang="en-US" sz="2400" dirty="0">
                <a:latin typeface="Times New Roman" panose="02020503050405090304" pitchFamily="18" charset="0"/>
              </a:rPr>
              <a:t>包含了函数、数据集、文档和其他需要扩展</a:t>
            </a:r>
            <a:r>
              <a:rPr lang="en-US" altLang="zh-CN" sz="2400" dirty="0">
                <a:latin typeface="Times New Roman" panose="02020503050405090304" pitchFamily="18" charset="0"/>
              </a:rPr>
              <a:t>R</a:t>
            </a:r>
            <a:r>
              <a:rPr lang="zh-CN" altLang="en-US" sz="2400" dirty="0">
                <a:latin typeface="Times New Roman" panose="02020503050405090304" pitchFamily="18" charset="0"/>
              </a:rPr>
              <a:t>的元素，这些元素按照特定的结构和命名方式进行组织和存储，方便用户引用和使用。</a:t>
            </a:r>
            <a:endParaRPr lang="zh-CN" altLang="en-US" sz="2400" dirty="0">
              <a:latin typeface="Times New Roman" panose="02020503050405090304" pitchFamily="18" charset="0"/>
            </a:endParaRPr>
          </a:p>
        </p:txBody>
      </p:sp>
      <p:sp>
        <p:nvSpPr>
          <p:cNvPr id="7" name="Title 6"/>
          <p:cNvSpPr>
            <a:spLocks noGrp="1"/>
          </p:cNvSpPr>
          <p:nvPr>
            <p:ph type="title"/>
          </p:nvPr>
        </p:nvSpPr>
        <p:spPr>
          <a:xfrm>
            <a:off x="838200" y="365125"/>
            <a:ext cx="10515600" cy="1325563"/>
          </a:xfrm>
        </p:spPr>
        <p:txBody>
          <a:bodyPr anchor="ctr"/>
          <a:lstStyle/>
          <a:p>
            <a:r>
              <a:rPr lang="en-US" altLang="zh-CN" sz="3600" dirty="0">
                <a:ea typeface="华文楷体" panose="02010600040101010101" pitchFamily="2" charset="-122"/>
                <a:cs typeface="Times New Roman" panose="02020503050405090304" pitchFamily="18" charset="0"/>
              </a:rPr>
              <a:t>3.6 </a:t>
            </a:r>
            <a:r>
              <a:rPr lang="zh-CN" altLang="en-US" sz="3600" dirty="0">
                <a:ea typeface="华文楷体" panose="02010600040101010101" pitchFamily="2" charset="-122"/>
                <a:cs typeface="Times New Roman" panose="02020503050405090304" pitchFamily="18" charset="0"/>
              </a:rPr>
              <a:t>包（</a:t>
            </a:r>
            <a:r>
              <a:rPr lang="en-US" altLang="zh-CN" sz="3600" dirty="0">
                <a:ea typeface="华文楷体" panose="02010600040101010101" pitchFamily="2" charset="-122"/>
                <a:cs typeface="Times New Roman" panose="02020503050405090304" pitchFamily="18" charset="0"/>
              </a:rPr>
              <a:t>packages</a:t>
            </a:r>
            <a:r>
              <a:rPr lang="zh-CN" altLang="en-US" sz="3600" dirty="0">
                <a:ea typeface="华文楷体" panose="02010600040101010101" pitchFamily="2" charset="-122"/>
                <a:cs typeface="Times New Roman" panose="02020503050405090304" pitchFamily="18" charset="0"/>
              </a:rPr>
              <a:t>）的介绍与调用</a:t>
            </a:r>
            <a:endParaRPr lang="en-US" altLang="zh-CN" sz="3600" dirty="0"/>
          </a:p>
        </p:txBody>
      </p:sp>
      <p:pic>
        <p:nvPicPr>
          <p:cNvPr id="1026" name="Picture 2" descr="undefined"/>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88866" y="2176039"/>
            <a:ext cx="3966258" cy="33052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2"/>
          <a:srcRect t="5033"/>
          <a:stretch>
            <a:fillRect/>
          </a:stretch>
        </p:blipFill>
        <p:spPr>
          <a:xfrm>
            <a:off x="7052945" y="608965"/>
            <a:ext cx="3847465" cy="2995295"/>
          </a:xfrm>
          <a:prstGeom prst="rect">
            <a:avLst/>
          </a:prstGeom>
        </p:spPr>
      </p:pic>
      <p:sp>
        <p:nvSpPr>
          <p:cNvPr id="3" name="内容占位符 2"/>
          <p:cNvSpPr>
            <a:spLocks noGrp="1"/>
          </p:cNvSpPr>
          <p:nvPr>
            <p:ph sz="half" idx="1"/>
          </p:nvPr>
        </p:nvSpPr>
        <p:spPr>
          <a:xfrm>
            <a:off x="930275" y="1820545"/>
            <a:ext cx="5428615" cy="3579495"/>
          </a:xfrm>
        </p:spPr>
        <p:txBody>
          <a:bodyPr/>
          <a:lstStyle/>
          <a:p>
            <a:pPr>
              <a:lnSpc>
                <a:spcPct val="120000"/>
              </a:lnSpc>
            </a:pPr>
            <a:r>
              <a:rPr lang="en-US" altLang="zh-CN" sz="2400" dirty="0">
                <a:latin typeface="Times New Roman" panose="02020503050405090304" pitchFamily="18" charset="0"/>
              </a:rPr>
              <a:t>R</a:t>
            </a:r>
            <a:r>
              <a:rPr lang="zh-CN" altLang="en-US" sz="2400" dirty="0">
                <a:latin typeface="Times New Roman" panose="02020503050405090304" pitchFamily="18" charset="0"/>
              </a:rPr>
              <a:t>包的基本分类</a:t>
            </a:r>
            <a:endParaRPr lang="en-US" altLang="zh-CN" sz="2400" dirty="0">
              <a:latin typeface="Times New Roman" panose="02020503050405090304" pitchFamily="18" charset="0"/>
            </a:endParaRPr>
          </a:p>
          <a:p>
            <a:pPr lvl="1">
              <a:lnSpc>
                <a:spcPct val="120000"/>
              </a:lnSpc>
            </a:pPr>
            <a:r>
              <a:rPr lang="en-US" altLang="zh-CN" sz="2000" dirty="0">
                <a:latin typeface="Times New Roman" panose="02020503050405090304" pitchFamily="18" charset="0"/>
              </a:rPr>
              <a:t>Base: </a:t>
            </a:r>
            <a:r>
              <a:rPr lang="zh-CN" altLang="en-US" sz="2000" dirty="0">
                <a:latin typeface="Times New Roman" panose="02020503050405090304" pitchFamily="18" charset="0"/>
              </a:rPr>
              <a:t>安装</a:t>
            </a:r>
            <a:r>
              <a:rPr lang="en-US" altLang="zh-CN" sz="2000" dirty="0">
                <a:latin typeface="Times New Roman" panose="02020503050405090304" pitchFamily="18" charset="0"/>
              </a:rPr>
              <a:t>R</a:t>
            </a:r>
            <a:r>
              <a:rPr lang="zh-CN" altLang="en-US" sz="2000" dirty="0">
                <a:latin typeface="Times New Roman" panose="02020503050405090304" pitchFamily="18" charset="0"/>
              </a:rPr>
              <a:t>时自带的包</a:t>
            </a:r>
            <a:endParaRPr lang="en-US" altLang="zh-CN" sz="2000" dirty="0">
              <a:latin typeface="Times New Roman" panose="02020503050405090304" pitchFamily="18" charset="0"/>
            </a:endParaRPr>
          </a:p>
          <a:p>
            <a:pPr lvl="1">
              <a:lnSpc>
                <a:spcPct val="120000"/>
              </a:lnSpc>
            </a:pPr>
            <a:r>
              <a:rPr lang="zh-CN" altLang="en-US" sz="2000" dirty="0">
                <a:latin typeface="Times New Roman" panose="02020503050405090304" pitchFamily="18" charset="0"/>
              </a:rPr>
              <a:t>其他</a:t>
            </a:r>
            <a:r>
              <a:rPr lang="en-US" altLang="zh-CN" sz="2000" dirty="0">
                <a:latin typeface="Times New Roman" panose="02020503050405090304" pitchFamily="18" charset="0"/>
              </a:rPr>
              <a:t>: </a:t>
            </a:r>
            <a:r>
              <a:rPr lang="zh-CN" altLang="en-US" sz="2000" dirty="0">
                <a:latin typeface="Times New Roman" panose="02020503050405090304" pitchFamily="18" charset="0"/>
              </a:rPr>
              <a:t>由社区所贡献的；内容丰富、领域特异性（数据可视化、统计分析、机器学习、深度学习、自然语言处理、图像处理）。</a:t>
            </a:r>
            <a:endParaRPr lang="en-US" altLang="zh-CN" sz="2000" dirty="0">
              <a:latin typeface="Times New Roman" panose="02020503050405090304" pitchFamily="18" charset="0"/>
            </a:endParaRPr>
          </a:p>
          <a:p>
            <a:pPr lvl="1">
              <a:lnSpc>
                <a:spcPct val="120000"/>
              </a:lnSpc>
            </a:pPr>
            <a:r>
              <a:rPr lang="en-US" altLang="zh-CN" sz="2000" dirty="0">
                <a:latin typeface="Times New Roman" panose="02020503050405090304" pitchFamily="18" charset="0"/>
              </a:rPr>
              <a:t>R</a:t>
            </a:r>
            <a:r>
              <a:rPr lang="zh-CN" altLang="en-US" sz="2000" dirty="0">
                <a:latin typeface="Times New Roman" panose="02020503050405090304" pitchFamily="18" charset="0"/>
              </a:rPr>
              <a:t>包系统：</a:t>
            </a:r>
            <a:r>
              <a:rPr lang="en-US" altLang="zh-CN" sz="2000" dirty="0" err="1">
                <a:latin typeface="Times New Roman" panose="02020503050405090304" pitchFamily="18" charset="0"/>
              </a:rPr>
              <a:t>tidyverse</a:t>
            </a:r>
            <a:r>
              <a:rPr lang="en-US" altLang="zh-CN" sz="2000" dirty="0">
                <a:latin typeface="Times New Roman" panose="02020503050405090304" pitchFamily="18" charset="0"/>
              </a:rPr>
              <a:t>; </a:t>
            </a:r>
            <a:r>
              <a:rPr lang="en-US" altLang="zh-CN" sz="2000" dirty="0" err="1">
                <a:latin typeface="Times New Roman" panose="02020503050405090304" pitchFamily="18" charset="0"/>
              </a:rPr>
              <a:t>easystats</a:t>
            </a:r>
            <a:r>
              <a:rPr lang="en-US" altLang="zh-CN" sz="2000" dirty="0">
                <a:latin typeface="Times New Roman" panose="02020503050405090304" pitchFamily="18" charset="0"/>
              </a:rPr>
              <a:t>; </a:t>
            </a:r>
            <a:endParaRPr lang="en-US" altLang="zh-CN" sz="2000" dirty="0">
              <a:latin typeface="Times New Roman" panose="02020503050405090304" pitchFamily="18" charset="0"/>
            </a:endParaRPr>
          </a:p>
          <a:p>
            <a:pPr lvl="2"/>
            <a:endParaRPr lang="en-US" altLang="zh-CN" sz="1600" dirty="0">
              <a:latin typeface="Times New Roman" panose="02020503050405090304" pitchFamily="18" charset="0"/>
            </a:endParaRPr>
          </a:p>
        </p:txBody>
      </p:sp>
      <p:sp>
        <p:nvSpPr>
          <p:cNvPr id="7" name="Title 6"/>
          <p:cNvSpPr>
            <a:spLocks noGrp="1"/>
          </p:cNvSpPr>
          <p:nvPr>
            <p:ph type="title"/>
          </p:nvPr>
        </p:nvSpPr>
        <p:spPr>
          <a:xfrm>
            <a:off x="838200" y="365125"/>
            <a:ext cx="10515600" cy="1325563"/>
          </a:xfrm>
        </p:spPr>
        <p:txBody>
          <a:bodyPr anchor="ctr"/>
          <a:lstStyle/>
          <a:p>
            <a:r>
              <a:rPr lang="en-US" altLang="zh-CN" sz="3600" dirty="0">
                <a:ea typeface="华文楷体" panose="02010600040101010101" pitchFamily="2" charset="-122"/>
                <a:cs typeface="Times New Roman" panose="02020503050405090304" pitchFamily="18" charset="0"/>
              </a:rPr>
              <a:t>3.6 </a:t>
            </a:r>
            <a:r>
              <a:rPr lang="zh-CN" altLang="en-US" sz="3600" dirty="0">
                <a:ea typeface="华文楷体" panose="02010600040101010101" pitchFamily="2" charset="-122"/>
                <a:cs typeface="Times New Roman" panose="02020503050405090304" pitchFamily="18" charset="0"/>
              </a:rPr>
              <a:t>包（</a:t>
            </a:r>
            <a:r>
              <a:rPr lang="en-US" altLang="zh-CN" sz="3600" dirty="0">
                <a:ea typeface="华文楷体" panose="02010600040101010101" pitchFamily="2" charset="-122"/>
                <a:cs typeface="Times New Roman" panose="02020503050405090304" pitchFamily="18" charset="0"/>
              </a:rPr>
              <a:t>packages</a:t>
            </a:r>
            <a:r>
              <a:rPr lang="zh-CN" altLang="en-US" sz="3600" dirty="0">
                <a:ea typeface="华文楷体" panose="02010600040101010101" pitchFamily="2" charset="-122"/>
                <a:cs typeface="Times New Roman" panose="02020503050405090304" pitchFamily="18" charset="0"/>
              </a:rPr>
              <a:t>）的介绍与调用</a:t>
            </a:r>
            <a:endParaRPr lang="en-US" altLang="zh-CN" sz="3600" dirty="0"/>
          </a:p>
        </p:txBody>
      </p:sp>
      <p:pic>
        <p:nvPicPr>
          <p:cNvPr id="2" name="图片 1"/>
          <p:cNvPicPr>
            <a:picLocks noChangeAspect="1"/>
          </p:cNvPicPr>
          <p:nvPr>
            <p:custDataLst>
              <p:tags r:id="rId3"/>
            </p:custDataLst>
          </p:nvPr>
        </p:nvPicPr>
        <p:blipFill>
          <a:blip r:embed="rId4"/>
          <a:stretch>
            <a:fillRect/>
          </a:stretch>
        </p:blipFill>
        <p:spPr>
          <a:xfrm>
            <a:off x="7607300" y="3651885"/>
            <a:ext cx="3837305" cy="2783205"/>
          </a:xfrm>
          <a:prstGeom prst="rect">
            <a:avLst/>
          </a:prstGeom>
        </p:spPr>
      </p:pic>
      <p:sp>
        <p:nvSpPr>
          <p:cNvPr id="5" name="文本框 4"/>
          <p:cNvSpPr txBox="1"/>
          <p:nvPr/>
        </p:nvSpPr>
        <p:spPr>
          <a:xfrm>
            <a:off x="7820025" y="2884170"/>
            <a:ext cx="1233805" cy="368300"/>
          </a:xfrm>
          <a:prstGeom prst="rect">
            <a:avLst/>
          </a:prstGeom>
          <a:noFill/>
        </p:spPr>
        <p:txBody>
          <a:bodyPr wrap="square" rtlCol="0">
            <a:spAutoFit/>
          </a:bodyPr>
          <a:lstStyle/>
          <a:p>
            <a:r>
              <a:rPr lang="en-US" altLang="zh-CN" b="1">
                <a:solidFill>
                  <a:srgbClr val="C00000"/>
                </a:solidFill>
                <a:latin typeface="Times New Roman" panose="02020503050405090304" pitchFamily="18" charset="0"/>
                <a:cs typeface="Times New Roman" panose="02020503050405090304" pitchFamily="18" charset="0"/>
              </a:rPr>
              <a:t>tidyverse</a:t>
            </a:r>
            <a:endParaRPr lang="en-US" altLang="zh-CN" b="1">
              <a:solidFill>
                <a:srgbClr val="C00000"/>
              </a:solidFill>
              <a:latin typeface="Times New Roman" panose="02020503050405090304" pitchFamily="18" charset="0"/>
              <a:cs typeface="Times New Roman" panose="02020503050405090304" pitchFamily="18" charset="0"/>
            </a:endParaRPr>
          </a:p>
        </p:txBody>
      </p:sp>
      <p:sp>
        <p:nvSpPr>
          <p:cNvPr id="6" name="文本框 5"/>
          <p:cNvSpPr txBox="1"/>
          <p:nvPr>
            <p:custDataLst>
              <p:tags r:id="rId5"/>
            </p:custDataLst>
          </p:nvPr>
        </p:nvSpPr>
        <p:spPr>
          <a:xfrm>
            <a:off x="6995160" y="4859020"/>
            <a:ext cx="1060450" cy="368300"/>
          </a:xfrm>
          <a:prstGeom prst="rect">
            <a:avLst/>
          </a:prstGeom>
          <a:noFill/>
        </p:spPr>
        <p:txBody>
          <a:bodyPr wrap="square" rtlCol="0">
            <a:spAutoFit/>
          </a:bodyPr>
          <a:lstStyle/>
          <a:p>
            <a:r>
              <a:rPr lang="en-US" altLang="zh-CN" b="1">
                <a:solidFill>
                  <a:srgbClr val="C00000"/>
                </a:solidFill>
                <a:latin typeface="Times New Roman" panose="02020503050405090304" pitchFamily="18" charset="0"/>
                <a:cs typeface="Times New Roman" panose="02020503050405090304" pitchFamily="18" charset="0"/>
              </a:rPr>
              <a:t>easystats</a:t>
            </a:r>
            <a:endParaRPr lang="en-US" altLang="zh-CN" b="1">
              <a:solidFill>
                <a:srgbClr val="C00000"/>
              </a:solidFill>
              <a:latin typeface="Times New Roman" panose="02020503050405090304" pitchFamily="18" charset="0"/>
              <a:cs typeface="Times New Roman" panose="0202050305040509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p:txBody>
          <a:bodyPr/>
          <a:lstStyle/>
          <a:p>
            <a:pPr>
              <a:lnSpc>
                <a:spcPct val="110000"/>
              </a:lnSpc>
            </a:pPr>
            <a:r>
              <a:rPr lang="en-US" altLang="zh-CN" sz="2400" dirty="0">
                <a:latin typeface="Times New Roman" panose="02020503050405090304" pitchFamily="18" charset="0"/>
              </a:rPr>
              <a:t>R</a:t>
            </a:r>
            <a:r>
              <a:rPr lang="zh-CN" altLang="en-US" sz="2400" dirty="0">
                <a:latin typeface="Times New Roman" panose="02020503050405090304" pitchFamily="18" charset="0"/>
              </a:rPr>
              <a:t>包的基本分类</a:t>
            </a:r>
            <a:endParaRPr lang="en-US" altLang="zh-CN" sz="2400" dirty="0">
              <a:latin typeface="Times New Roman" panose="02020503050405090304" pitchFamily="18" charset="0"/>
            </a:endParaRPr>
          </a:p>
          <a:p>
            <a:pPr lvl="1">
              <a:lnSpc>
                <a:spcPct val="110000"/>
              </a:lnSpc>
            </a:pPr>
            <a:r>
              <a:rPr lang="en-US" altLang="zh-CN" sz="2000" dirty="0">
                <a:latin typeface="Times New Roman" panose="02020503050405090304" pitchFamily="18" charset="0"/>
              </a:rPr>
              <a:t>Base: </a:t>
            </a:r>
            <a:r>
              <a:rPr lang="zh-CN" altLang="en-US" sz="2000" dirty="0">
                <a:latin typeface="Times New Roman" panose="02020503050405090304" pitchFamily="18" charset="0"/>
              </a:rPr>
              <a:t>安装</a:t>
            </a:r>
            <a:r>
              <a:rPr lang="en-US" altLang="zh-CN" sz="2000" dirty="0">
                <a:latin typeface="Times New Roman" panose="02020503050405090304" pitchFamily="18" charset="0"/>
              </a:rPr>
              <a:t>R</a:t>
            </a:r>
            <a:r>
              <a:rPr lang="zh-CN" altLang="en-US" sz="2000" dirty="0">
                <a:latin typeface="Times New Roman" panose="02020503050405090304" pitchFamily="18" charset="0"/>
              </a:rPr>
              <a:t>时自带的包</a:t>
            </a:r>
            <a:endParaRPr lang="en-US" altLang="zh-CN" sz="2000" dirty="0">
              <a:latin typeface="Times New Roman" panose="02020503050405090304" pitchFamily="18" charset="0"/>
            </a:endParaRPr>
          </a:p>
          <a:p>
            <a:pPr lvl="1">
              <a:lnSpc>
                <a:spcPct val="110000"/>
              </a:lnSpc>
            </a:pPr>
            <a:r>
              <a:rPr lang="zh-CN" altLang="en-US" sz="2000" dirty="0">
                <a:latin typeface="Times New Roman" panose="02020503050405090304" pitchFamily="18" charset="0"/>
              </a:rPr>
              <a:t>其他</a:t>
            </a:r>
            <a:r>
              <a:rPr lang="en-US" altLang="zh-CN" sz="2000" dirty="0">
                <a:latin typeface="Times New Roman" panose="02020503050405090304" pitchFamily="18" charset="0"/>
              </a:rPr>
              <a:t>: </a:t>
            </a:r>
            <a:r>
              <a:rPr lang="zh-CN" altLang="en-US" sz="2000" dirty="0">
                <a:latin typeface="Times New Roman" panose="02020503050405090304" pitchFamily="18" charset="0"/>
              </a:rPr>
              <a:t>由社区所贡献的；内容丰富、领域特异性（数据可视化、统计分析、机器学习、深度学习、自然语言处理、图像处理）。</a:t>
            </a:r>
            <a:endParaRPr lang="en-US" altLang="zh-CN" sz="2000" dirty="0">
              <a:latin typeface="Times New Roman" panose="02020503050405090304" pitchFamily="18" charset="0"/>
            </a:endParaRPr>
          </a:p>
          <a:p>
            <a:pPr lvl="1">
              <a:lnSpc>
                <a:spcPct val="110000"/>
              </a:lnSpc>
            </a:pPr>
            <a:r>
              <a:rPr lang="en-US" altLang="zh-CN" sz="2000" dirty="0">
                <a:latin typeface="Times New Roman" panose="02020503050405090304" pitchFamily="18" charset="0"/>
              </a:rPr>
              <a:t>R</a:t>
            </a:r>
            <a:r>
              <a:rPr lang="zh-CN" altLang="en-US" sz="2000" dirty="0">
                <a:latin typeface="Times New Roman" panose="02020503050405090304" pitchFamily="18" charset="0"/>
              </a:rPr>
              <a:t>包系统：</a:t>
            </a:r>
            <a:r>
              <a:rPr lang="en-US" altLang="zh-CN" sz="2000" dirty="0" err="1">
                <a:latin typeface="Times New Roman" panose="02020503050405090304" pitchFamily="18" charset="0"/>
              </a:rPr>
              <a:t>tidyverse</a:t>
            </a:r>
            <a:r>
              <a:rPr lang="en-US" altLang="zh-CN" sz="2000" dirty="0">
                <a:latin typeface="Times New Roman" panose="02020503050405090304" pitchFamily="18" charset="0"/>
              </a:rPr>
              <a:t>; </a:t>
            </a:r>
            <a:r>
              <a:rPr lang="en-US" altLang="zh-CN" sz="2000" dirty="0" err="1">
                <a:latin typeface="Times New Roman" panose="02020503050405090304" pitchFamily="18" charset="0"/>
              </a:rPr>
              <a:t>easystats</a:t>
            </a:r>
            <a:r>
              <a:rPr lang="en-US" altLang="zh-CN" sz="2000" dirty="0">
                <a:latin typeface="Times New Roman" panose="02020503050405090304" pitchFamily="18" charset="0"/>
              </a:rPr>
              <a:t>; </a:t>
            </a:r>
            <a:endParaRPr lang="en-US" altLang="zh-CN" sz="2000" dirty="0">
              <a:latin typeface="Times New Roman" panose="02020503050405090304" pitchFamily="18" charset="0"/>
            </a:endParaRPr>
          </a:p>
          <a:p>
            <a:pPr lvl="1">
              <a:lnSpc>
                <a:spcPct val="110000"/>
              </a:lnSpc>
            </a:pPr>
            <a:r>
              <a:rPr lang="en-US" altLang="zh-CN" sz="2000" dirty="0">
                <a:latin typeface="Times New Roman" panose="02020503050405090304" pitchFamily="18" charset="0"/>
              </a:rPr>
              <a:t>R</a:t>
            </a:r>
            <a:r>
              <a:rPr lang="zh-CN" altLang="en-US" sz="2000" dirty="0">
                <a:latin typeface="Times New Roman" panose="02020503050405090304" pitchFamily="18" charset="0"/>
              </a:rPr>
              <a:t>包列表</a:t>
            </a:r>
            <a:r>
              <a:rPr lang="en-US" altLang="zh-CN" sz="2000" dirty="0">
                <a:latin typeface="Times New Roman" panose="02020503050405090304" pitchFamily="18" charset="0"/>
              </a:rPr>
              <a:t>(CRAN Task View)</a:t>
            </a:r>
            <a:endParaRPr lang="en-US" altLang="zh-CN" sz="2000" dirty="0">
              <a:latin typeface="Times New Roman" panose="02020503050405090304" pitchFamily="18" charset="0"/>
            </a:endParaRPr>
          </a:p>
          <a:p>
            <a:pPr lvl="2">
              <a:lnSpc>
                <a:spcPct val="110000"/>
              </a:lnSpc>
            </a:pPr>
            <a:r>
              <a:rPr lang="en-US" altLang="zh-CN" sz="1600" dirty="0">
                <a:latin typeface="Times New Roman" panose="02020503050405090304" pitchFamily="18" charset="0"/>
                <a:hlinkClick r:id="rId1"/>
              </a:rPr>
              <a:t>https://github.com/cran-task-views/ctv/</a:t>
            </a:r>
            <a:endParaRPr lang="en-US" altLang="zh-CN" sz="1600" dirty="0">
              <a:latin typeface="Times New Roman" panose="02020503050405090304" pitchFamily="18" charset="0"/>
            </a:endParaRPr>
          </a:p>
          <a:p>
            <a:pPr lvl="2"/>
            <a:endParaRPr lang="en-US" altLang="zh-CN" sz="1600" dirty="0">
              <a:latin typeface="Times New Roman" panose="02020503050405090304" pitchFamily="18" charset="0"/>
            </a:endParaRPr>
          </a:p>
        </p:txBody>
      </p:sp>
      <p:sp>
        <p:nvSpPr>
          <p:cNvPr id="7" name="Title 6"/>
          <p:cNvSpPr>
            <a:spLocks noGrp="1"/>
          </p:cNvSpPr>
          <p:nvPr>
            <p:ph type="title"/>
          </p:nvPr>
        </p:nvSpPr>
        <p:spPr>
          <a:xfrm>
            <a:off x="838200" y="365125"/>
            <a:ext cx="10515600" cy="1325563"/>
          </a:xfrm>
        </p:spPr>
        <p:txBody>
          <a:bodyPr anchor="ctr"/>
          <a:lstStyle/>
          <a:p>
            <a:r>
              <a:rPr lang="en-US" altLang="zh-CN" sz="3600" dirty="0">
                <a:ea typeface="华文楷体" panose="02010600040101010101" pitchFamily="2" charset="-122"/>
                <a:cs typeface="Times New Roman" panose="02020503050405090304" pitchFamily="18" charset="0"/>
              </a:rPr>
              <a:t>3.6 </a:t>
            </a:r>
            <a:r>
              <a:rPr lang="zh-CN" altLang="en-US" sz="3600" dirty="0">
                <a:ea typeface="华文楷体" panose="02010600040101010101" pitchFamily="2" charset="-122"/>
                <a:cs typeface="Times New Roman" panose="02020503050405090304" pitchFamily="18" charset="0"/>
              </a:rPr>
              <a:t>包（</a:t>
            </a:r>
            <a:r>
              <a:rPr lang="en-US" altLang="zh-CN" sz="3600" dirty="0">
                <a:ea typeface="华文楷体" panose="02010600040101010101" pitchFamily="2" charset="-122"/>
                <a:cs typeface="Times New Roman" panose="02020503050405090304" pitchFamily="18" charset="0"/>
              </a:rPr>
              <a:t>packages</a:t>
            </a:r>
            <a:r>
              <a:rPr lang="zh-CN" altLang="en-US" sz="3600" dirty="0">
                <a:ea typeface="华文楷体" panose="02010600040101010101" pitchFamily="2" charset="-122"/>
                <a:cs typeface="Times New Roman" panose="02020503050405090304" pitchFamily="18" charset="0"/>
              </a:rPr>
              <a:t>）的介绍与调用</a:t>
            </a:r>
            <a:endParaRPr lang="en-US" altLang="zh-CN" sz="3600" dirty="0"/>
          </a:p>
        </p:txBody>
      </p:sp>
      <p:pic>
        <p:nvPicPr>
          <p:cNvPr id="2" name="Picture 1"/>
          <p:cNvPicPr>
            <a:picLocks noChangeAspect="1"/>
          </p:cNvPicPr>
          <p:nvPr/>
        </p:nvPicPr>
        <p:blipFill>
          <a:blip r:embed="rId2"/>
          <a:srcRect b="1478"/>
          <a:stretch>
            <a:fillRect/>
          </a:stretch>
        </p:blipFill>
        <p:spPr>
          <a:xfrm>
            <a:off x="7435215" y="513715"/>
            <a:ext cx="2922270" cy="6306185"/>
          </a:xfrm>
          <a:prstGeom prst="rect">
            <a:avLst/>
          </a:prstGeom>
        </p:spPr>
      </p:pic>
      <p:pic>
        <p:nvPicPr>
          <p:cNvPr id="5" name="Picture 4"/>
          <p:cNvPicPr>
            <a:picLocks noChangeAspect="1"/>
          </p:cNvPicPr>
          <p:nvPr/>
        </p:nvPicPr>
        <p:blipFill>
          <a:blip r:embed="rId3"/>
          <a:stretch>
            <a:fillRect/>
          </a:stretch>
        </p:blipFill>
        <p:spPr>
          <a:xfrm>
            <a:off x="9766968" y="1073070"/>
            <a:ext cx="2925832" cy="574683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nSpc>
                <a:spcPct val="110000"/>
              </a:lnSpc>
            </a:pPr>
            <a:r>
              <a:rPr lang="zh-CN" altLang="en-US" sz="2400" dirty="0">
                <a:latin typeface="Times New Roman" panose="02020503050405090304" pitchFamily="18" charset="0"/>
              </a:rPr>
              <a:t>使用包通常需要先安装，可以通过</a:t>
            </a:r>
            <a:r>
              <a:rPr lang="zh-CN" altLang="en-US" sz="2400" dirty="0">
                <a:latin typeface="Times New Roman" panose="02020503050405090304" pitchFamily="18" charset="0"/>
                <a:cs typeface="Times New Roman" panose="02020503050405090304" pitchFamily="18" charset="0"/>
              </a:rPr>
              <a:t> </a:t>
            </a:r>
            <a:r>
              <a:rPr lang="en-US" altLang="zh-CN" sz="2000" dirty="0" err="1">
                <a:latin typeface="Times New Roman" panose="02020503050405090304" pitchFamily="18" charset="0"/>
                <a:cs typeface="Times New Roman" panose="02020503050405090304" pitchFamily="18" charset="0"/>
              </a:rPr>
              <a:t>install.packages</a:t>
            </a:r>
            <a:r>
              <a:rPr lang="en-US" altLang="zh-CN" sz="2000" dirty="0">
                <a:latin typeface="Times New Roman" panose="02020503050405090304" pitchFamily="18" charset="0"/>
                <a:cs typeface="Times New Roman" panose="02020503050405090304" pitchFamily="18" charset="0"/>
              </a:rPr>
              <a:t>() </a:t>
            </a:r>
            <a:r>
              <a:rPr lang="zh-CN" altLang="en-US" sz="2400" dirty="0">
                <a:latin typeface="Times New Roman" panose="02020503050405090304" pitchFamily="18" charset="0"/>
              </a:rPr>
              <a:t>函数进行安装，然后使用 </a:t>
            </a:r>
            <a:r>
              <a:rPr lang="en-US" altLang="zh-CN" sz="2000" dirty="0">
                <a:latin typeface="Times New Roman" panose="02020503050405090304" pitchFamily="18" charset="0"/>
                <a:cs typeface="Times New Roman" panose="02020503050405090304" pitchFamily="18" charset="0"/>
              </a:rPr>
              <a:t>library() </a:t>
            </a:r>
            <a:r>
              <a:rPr lang="zh-CN" altLang="en-US" sz="2400" dirty="0">
                <a:latin typeface="Times New Roman" panose="02020503050405090304" pitchFamily="18" charset="0"/>
              </a:rPr>
              <a:t>函数加载包。例如：</a:t>
            </a:r>
            <a:endParaRPr lang="en-US" altLang="zh-CN" sz="2400" dirty="0">
              <a:latin typeface="Times New Roman" panose="02020503050405090304" pitchFamily="18" charset="0"/>
            </a:endParaRPr>
          </a:p>
          <a:p>
            <a:endParaRPr lang="en-US" altLang="zh-CN" sz="2400" dirty="0">
              <a:latin typeface="Times New Roman" panose="02020503050405090304" pitchFamily="18" charset="0"/>
            </a:endParaRPr>
          </a:p>
          <a:p>
            <a:endParaRPr lang="en-US" altLang="zh-CN" sz="2400" dirty="0">
              <a:latin typeface="Times New Roman" panose="02020503050405090304" pitchFamily="18" charset="0"/>
            </a:endParaRPr>
          </a:p>
          <a:p>
            <a:endParaRPr lang="en-US" altLang="zh-CN" sz="2400" dirty="0">
              <a:latin typeface="Times New Roman" panose="02020503050405090304" pitchFamily="18" charset="0"/>
            </a:endParaRPr>
          </a:p>
          <a:p>
            <a:endParaRPr lang="en-US" altLang="zh-CN" sz="2400" dirty="0">
              <a:latin typeface="Times New Roman" panose="02020503050405090304" pitchFamily="18" charset="0"/>
            </a:endParaRPr>
          </a:p>
          <a:p>
            <a:endParaRPr lang="en-US" altLang="zh-CN" sz="2400" dirty="0">
              <a:latin typeface="Times New Roman" panose="02020503050405090304" pitchFamily="18" charset="0"/>
            </a:endParaRPr>
          </a:p>
          <a:p>
            <a:pPr marL="0" indent="0">
              <a:lnSpc>
                <a:spcPct val="110000"/>
              </a:lnSpc>
              <a:buNone/>
            </a:pPr>
            <a:r>
              <a:rPr lang="zh-CN" altLang="en-US" sz="2400" b="1" dirty="0">
                <a:solidFill>
                  <a:srgbClr val="FF0000"/>
                </a:solidFill>
                <a:latin typeface="Times New Roman" panose="02020503050405090304" pitchFamily="18" charset="0"/>
              </a:rPr>
              <a:t>注意！在使用</a:t>
            </a:r>
            <a:r>
              <a:rPr lang="en-US" altLang="zh-CN" sz="2400" b="1" dirty="0" err="1">
                <a:solidFill>
                  <a:srgbClr val="FF0000"/>
                </a:solidFill>
                <a:latin typeface="Times New Roman" panose="02020503050405090304" pitchFamily="18" charset="0"/>
              </a:rPr>
              <a:t>install.packages</a:t>
            </a:r>
            <a:r>
              <a:rPr lang="en-US" altLang="zh-CN" sz="2400" b="1" dirty="0">
                <a:solidFill>
                  <a:srgbClr val="FF0000"/>
                </a:solidFill>
                <a:latin typeface="Times New Roman" panose="02020503050405090304" pitchFamily="18" charset="0"/>
              </a:rPr>
              <a:t>() </a:t>
            </a:r>
            <a:r>
              <a:rPr lang="zh-CN" altLang="en-US" sz="2400" b="1" dirty="0">
                <a:solidFill>
                  <a:srgbClr val="FF0000"/>
                </a:solidFill>
                <a:latin typeface="Times New Roman" panose="02020503050405090304" pitchFamily="18" charset="0"/>
              </a:rPr>
              <a:t>时，括号内要加引号！括号、引号均为英文输入状态下的半角符号！</a:t>
            </a:r>
            <a:endParaRPr lang="en-US" altLang="zh-CN" sz="2400" b="1" dirty="0">
              <a:solidFill>
                <a:srgbClr val="FF0000"/>
              </a:solidFill>
              <a:latin typeface="Times New Roman" panose="02020503050405090304" pitchFamily="18" charset="0"/>
            </a:endParaRPr>
          </a:p>
          <a:p>
            <a:pPr marL="0" indent="0">
              <a:buNone/>
            </a:pPr>
            <a:endParaRPr lang="zh-CN" altLang="en-US" sz="2400" b="1" dirty="0">
              <a:solidFill>
                <a:srgbClr val="FF0000"/>
              </a:solidFill>
              <a:latin typeface="Times New Roman" panose="02020503050405090304" pitchFamily="18" charset="0"/>
            </a:endParaRPr>
          </a:p>
        </p:txBody>
      </p:sp>
      <p:sp>
        <p:nvSpPr>
          <p:cNvPr id="9"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3.6</a:t>
            </a:r>
            <a:r>
              <a:rPr lang="en-US" altLang="zh-CN" sz="3600" dirty="0">
                <a:ea typeface="华文楷体" panose="02010600040101010101" pitchFamily="2" charset="-122"/>
                <a:cs typeface="Times New Roman" panose="02020503050405090304" pitchFamily="18" charset="0"/>
              </a:rPr>
              <a:t> </a:t>
            </a:r>
            <a:r>
              <a:rPr lang="zh-CN" altLang="en-US" sz="3600" dirty="0">
                <a:ea typeface="华文楷体" panose="02010600040101010101" pitchFamily="2" charset="-122"/>
                <a:cs typeface="Times New Roman" panose="02020503050405090304" pitchFamily="18" charset="0"/>
              </a:rPr>
              <a:t>包（</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packages</a:t>
            </a:r>
            <a:r>
              <a:rPr lang="zh-CN" altLang="en-US" sz="3600" dirty="0">
                <a:ea typeface="华文楷体" panose="02010600040101010101" pitchFamily="2" charset="-122"/>
                <a:cs typeface="Times New Roman" panose="02020503050405090304" pitchFamily="18" charset="0"/>
              </a:rPr>
              <a:t>）的</a:t>
            </a:r>
            <a:r>
              <a:rPr lang="zh-CN" altLang="en-US" sz="3600" dirty="0">
                <a:ea typeface="华文楷体" panose="02010600040101010101" pitchFamily="2" charset="-122"/>
                <a:cs typeface="Times New Roman" panose="02020503050405090304" pitchFamily="18" charset="0"/>
                <a:sym typeface="+mn-ea"/>
              </a:rPr>
              <a:t>介绍与</a:t>
            </a:r>
            <a:r>
              <a:rPr lang="zh-CN" altLang="en-US" sz="3600" dirty="0">
                <a:ea typeface="华文楷体" panose="02010600040101010101" pitchFamily="2" charset="-122"/>
                <a:cs typeface="Times New Roman" panose="02020503050405090304" pitchFamily="18" charset="0"/>
              </a:rPr>
              <a:t>调用</a:t>
            </a:r>
            <a:endParaRPr lang="en-US" altLang="zh-CN" sz="3600" dirty="0"/>
          </a:p>
        </p:txBody>
      </p:sp>
      <p:pic>
        <p:nvPicPr>
          <p:cNvPr id="4" name="图片 3"/>
          <p:cNvPicPr>
            <a:picLocks noChangeAspect="1"/>
          </p:cNvPicPr>
          <p:nvPr>
            <p:custDataLst>
              <p:tags r:id="rId1"/>
            </p:custDataLst>
          </p:nvPr>
        </p:nvPicPr>
        <p:blipFill>
          <a:blip r:embed="rId2"/>
          <a:stretch>
            <a:fillRect/>
          </a:stretch>
        </p:blipFill>
        <p:spPr>
          <a:xfrm>
            <a:off x="2747010" y="3162935"/>
            <a:ext cx="6936740" cy="124968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p:txBody>
          <a:bodyPr/>
          <a:lstStyle/>
          <a:p>
            <a:pPr>
              <a:lnSpc>
                <a:spcPct val="120000"/>
              </a:lnSpc>
            </a:pPr>
            <a:r>
              <a:rPr lang="zh-CN" altLang="en-US" sz="2400" dirty="0">
                <a:latin typeface="Times New Roman" panose="02020503050405090304" pitchFamily="18" charset="0"/>
              </a:rPr>
              <a:t>安装和加载包后，可以使用其中的函数、数据集、文档等来帮助进行数据分析、可视化等任务。另外，也可以通过编写自己的包来扩展</a:t>
            </a:r>
            <a:r>
              <a:rPr lang="en-US" altLang="zh-CN" sz="2400" dirty="0">
                <a:latin typeface="Times New Roman" panose="02020503050405090304" pitchFamily="18" charset="0"/>
              </a:rPr>
              <a:t>R</a:t>
            </a:r>
            <a:r>
              <a:rPr lang="zh-CN" altLang="en-US" sz="2400" dirty="0">
                <a:latin typeface="Times New Roman" panose="02020503050405090304" pitchFamily="18" charset="0"/>
              </a:rPr>
              <a:t>的功能。</a:t>
            </a:r>
            <a:endParaRPr lang="en-US" altLang="zh-CN" sz="2400" dirty="0">
              <a:latin typeface="Times New Roman" panose="02020503050405090304" pitchFamily="18" charset="0"/>
            </a:endParaRPr>
          </a:p>
          <a:p>
            <a:pPr>
              <a:lnSpc>
                <a:spcPct val="120000"/>
              </a:lnSpc>
            </a:pPr>
            <a:r>
              <a:rPr lang="zh-CN" altLang="en-US" sz="2400" dirty="0">
                <a:latin typeface="Times New Roman" panose="02020503050405090304" pitchFamily="18" charset="0"/>
              </a:rPr>
              <a:t>可以在</a:t>
            </a:r>
            <a:r>
              <a:rPr lang="en-US" altLang="zh-CN" sz="2400" dirty="0">
                <a:latin typeface="Times New Roman" panose="02020503050405090304" pitchFamily="18" charset="0"/>
              </a:rPr>
              <a:t>PANE 4 </a:t>
            </a:r>
            <a:r>
              <a:rPr lang="zh-CN" altLang="en-US" sz="2400" dirty="0">
                <a:latin typeface="Times New Roman" panose="02020503050405090304" pitchFamily="18" charset="0"/>
              </a:rPr>
              <a:t>的</a:t>
            </a:r>
            <a:r>
              <a:rPr lang="en-US" altLang="zh-CN" sz="2400" dirty="0">
                <a:latin typeface="Times New Roman" panose="02020503050405090304" pitchFamily="18" charset="0"/>
              </a:rPr>
              <a:t>Packages</a:t>
            </a:r>
            <a:r>
              <a:rPr lang="zh-CN" altLang="en-US" sz="2400" dirty="0">
                <a:latin typeface="Times New Roman" panose="02020503050405090304" pitchFamily="18" charset="0"/>
              </a:rPr>
              <a:t>界面查找需要的包是否安装和有无加载。</a:t>
            </a:r>
            <a:endParaRPr lang="en-US" altLang="zh-CN" sz="2400" dirty="0">
              <a:latin typeface="Times New Roman" panose="02020503050405090304" pitchFamily="18" charset="0"/>
            </a:endParaRPr>
          </a:p>
          <a:p>
            <a:endParaRPr lang="en-US" altLang="zh-CN" sz="2400" dirty="0">
              <a:latin typeface="Times New Roman" panose="02020503050405090304" pitchFamily="18" charset="0"/>
            </a:endParaRPr>
          </a:p>
          <a:p>
            <a:endParaRPr lang="en-US" altLang="zh-CN" sz="2400" dirty="0">
              <a:latin typeface="Times New Roman" panose="02020503050405090304" pitchFamily="18" charset="0"/>
            </a:endParaRPr>
          </a:p>
          <a:p>
            <a:pPr marL="0" indent="0">
              <a:buNone/>
            </a:pPr>
            <a:endParaRPr lang="zh-CN" altLang="en-US" sz="2400" b="1" dirty="0">
              <a:solidFill>
                <a:srgbClr val="FF0000"/>
              </a:solidFill>
              <a:latin typeface="Times New Roman" panose="02020503050405090304" pitchFamily="18" charset="0"/>
            </a:endParaRPr>
          </a:p>
        </p:txBody>
      </p:sp>
      <p:sp>
        <p:nvSpPr>
          <p:cNvPr id="6" name="Title 6"/>
          <p:cNvSpPr>
            <a:spLocks noGrp="1"/>
          </p:cNvSpPr>
          <p:nvPr>
            <p:ph type="title"/>
          </p:nvPr>
        </p:nvSpPr>
        <p:spPr>
          <a:xfrm>
            <a:off x="838200" y="365125"/>
            <a:ext cx="10515600" cy="1325563"/>
          </a:xfrm>
        </p:spPr>
        <p:txBody>
          <a:bodyPr anchor="ctr"/>
          <a:lstStyle/>
          <a:p>
            <a:r>
              <a:rPr lang="en-US" altLang="zh-CN" sz="3600" dirty="0">
                <a:ea typeface="华文楷体" panose="02010600040101010101" pitchFamily="2" charset="-122"/>
                <a:cs typeface="Times New Roman" panose="02020503050405090304" pitchFamily="18" charset="0"/>
              </a:rPr>
              <a:t>3.6 </a:t>
            </a:r>
            <a:r>
              <a:rPr lang="zh-CN" altLang="en-US" sz="3600" dirty="0">
                <a:ea typeface="华文楷体" panose="02010600040101010101" pitchFamily="2" charset="-122"/>
                <a:cs typeface="Times New Roman" panose="02020503050405090304" pitchFamily="18" charset="0"/>
              </a:rPr>
              <a:t>包（</a:t>
            </a:r>
            <a:r>
              <a:rPr lang="en-US" altLang="zh-CN" sz="3600" dirty="0">
                <a:ea typeface="华文楷体" panose="02010600040101010101" pitchFamily="2" charset="-122"/>
                <a:cs typeface="Times New Roman" panose="02020503050405090304" pitchFamily="18" charset="0"/>
              </a:rPr>
              <a:t>packages</a:t>
            </a:r>
            <a:r>
              <a:rPr lang="zh-CN" altLang="en-US" sz="3600" dirty="0">
                <a:ea typeface="华文楷体" panose="02010600040101010101" pitchFamily="2" charset="-122"/>
                <a:cs typeface="Times New Roman" panose="02020503050405090304" pitchFamily="18" charset="0"/>
              </a:rPr>
              <a:t>）的</a:t>
            </a:r>
            <a:r>
              <a:rPr lang="zh-CN" altLang="en-US" sz="3600" dirty="0">
                <a:ea typeface="华文楷体" panose="02010600040101010101" pitchFamily="2" charset="-122"/>
                <a:cs typeface="Times New Roman" panose="02020503050405090304" pitchFamily="18" charset="0"/>
                <a:sym typeface="+mn-ea"/>
              </a:rPr>
              <a:t>介绍与</a:t>
            </a:r>
            <a:r>
              <a:rPr lang="zh-CN" altLang="en-US" sz="3600" dirty="0">
                <a:ea typeface="华文楷体" panose="02010600040101010101" pitchFamily="2" charset="-122"/>
                <a:cs typeface="Times New Roman" panose="02020503050405090304" pitchFamily="18" charset="0"/>
              </a:rPr>
              <a:t>调用</a:t>
            </a:r>
            <a:endParaRPr lang="en-US" altLang="zh-CN" sz="3600" dirty="0"/>
          </a:p>
        </p:txBody>
      </p:sp>
      <p:pic>
        <p:nvPicPr>
          <p:cNvPr id="4" name="内容占位符 3"/>
          <p:cNvPicPr>
            <a:picLocks noGrp="1" noChangeAspect="1"/>
          </p:cNvPicPr>
          <p:nvPr>
            <p:ph sz="half" idx="2"/>
            <p:custDataLst>
              <p:tags r:id="rId1"/>
            </p:custDataLst>
          </p:nvPr>
        </p:nvPicPr>
        <p:blipFill>
          <a:blip r:embed="rId2"/>
          <a:stretch>
            <a:fillRect/>
          </a:stretch>
        </p:blipFill>
        <p:spPr>
          <a:xfrm>
            <a:off x="6096000" y="2575560"/>
            <a:ext cx="5561965" cy="1706245"/>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522730"/>
            <a:ext cx="10515600" cy="4351338"/>
          </a:xfrm>
        </p:spPr>
        <p:txBody>
          <a:bodyPr/>
          <a:lstStyle/>
          <a:p>
            <a:pPr>
              <a:lnSpc>
                <a:spcPct val="100000"/>
              </a:lnSpc>
            </a:pPr>
            <a:r>
              <a:rPr lang="zh-CN" altLang="en-US" sz="2400" dirty="0">
                <a:latin typeface="Times New Roman" panose="02020503050405090304" pitchFamily="18" charset="0"/>
              </a:rPr>
              <a:t>在安装</a:t>
            </a:r>
            <a:r>
              <a:rPr lang="en-US" altLang="zh-CN" sz="2400" dirty="0">
                <a:latin typeface="Times New Roman" panose="02020503050405090304" pitchFamily="18" charset="0"/>
              </a:rPr>
              <a:t>R</a:t>
            </a:r>
            <a:r>
              <a:rPr lang="zh-CN" altLang="en-US" sz="2400" dirty="0">
                <a:latin typeface="Times New Roman" panose="02020503050405090304" pitchFamily="18" charset="0"/>
              </a:rPr>
              <a:t>包时，可以通过指定不同的镜像地址来更改默认的</a:t>
            </a:r>
            <a:r>
              <a:rPr lang="en-US" altLang="zh-CN" sz="2400" dirty="0">
                <a:latin typeface="Times New Roman" panose="02020503050405090304" pitchFamily="18" charset="0"/>
              </a:rPr>
              <a:t>CRAN</a:t>
            </a:r>
            <a:r>
              <a:rPr lang="zh-CN" altLang="en-US" sz="2400" dirty="0">
                <a:latin typeface="Times New Roman" panose="02020503050405090304" pitchFamily="18" charset="0"/>
              </a:rPr>
              <a:t>镜像。</a:t>
            </a:r>
            <a:r>
              <a:rPr lang="en-US" altLang="zh-CN" sz="2400" dirty="0">
                <a:latin typeface="Times New Roman" panose="02020503050405090304" pitchFamily="18" charset="0"/>
              </a:rPr>
              <a:t>CRAN</a:t>
            </a:r>
            <a:r>
              <a:rPr lang="zh-CN" altLang="en-US" sz="2400" dirty="0">
                <a:latin typeface="Times New Roman" panose="02020503050405090304" pitchFamily="18" charset="0"/>
              </a:rPr>
              <a:t>是</a:t>
            </a:r>
            <a:r>
              <a:rPr lang="en-US" altLang="zh-CN" sz="2400" dirty="0">
                <a:latin typeface="Times New Roman" panose="02020503050405090304" pitchFamily="18" charset="0"/>
              </a:rPr>
              <a:t>R</a:t>
            </a:r>
            <a:r>
              <a:rPr lang="zh-CN" altLang="en-US" sz="2400" dirty="0">
                <a:latin typeface="Times New Roman" panose="02020503050405090304" pitchFamily="18" charset="0"/>
              </a:rPr>
              <a:t>语言的官方包管理库，包含了大量的</a:t>
            </a:r>
            <a:r>
              <a:rPr lang="en-US" altLang="zh-CN" sz="2400" dirty="0">
                <a:latin typeface="Times New Roman" panose="02020503050405090304" pitchFamily="18" charset="0"/>
              </a:rPr>
              <a:t>R</a:t>
            </a:r>
            <a:r>
              <a:rPr lang="zh-CN" altLang="en-US" sz="2400" dirty="0">
                <a:latin typeface="Times New Roman" panose="02020503050405090304" pitchFamily="18" charset="0"/>
              </a:rPr>
              <a:t>包。</a:t>
            </a:r>
            <a:endParaRPr lang="en-US" altLang="zh-CN" sz="2400" dirty="0">
              <a:latin typeface="Times New Roman" panose="02020503050405090304" pitchFamily="18" charset="0"/>
            </a:endParaRPr>
          </a:p>
          <a:p>
            <a:pPr latinLnBrk="1">
              <a:lnSpc>
                <a:spcPct val="100000"/>
              </a:lnSpc>
            </a:pPr>
            <a:r>
              <a:rPr lang="zh-CN" altLang="en-US" sz="2400" dirty="0">
                <a:latin typeface="Times New Roman" panose="02020503050405090304" pitchFamily="18" charset="0"/>
              </a:rPr>
              <a:t>镜像地址可进入</a:t>
            </a:r>
            <a:r>
              <a:rPr lang="en-US" altLang="zh-CN" sz="2400" dirty="0">
                <a:latin typeface="Times New Roman" panose="02020503050405090304" pitchFamily="18" charset="0"/>
                <a:hlinkClick r:id="rId1"/>
              </a:rPr>
              <a:t>https://mirrors.tuna.tsinghua.edu.cn/CRAN/</a:t>
            </a:r>
            <a:r>
              <a:rPr lang="zh-CN" altLang="en-US" sz="2400" dirty="0">
                <a:latin typeface="Times New Roman" panose="02020503050405090304" pitchFamily="18" charset="0"/>
              </a:rPr>
              <a:t>查询</a:t>
            </a:r>
            <a:endParaRPr lang="en-US" altLang="zh-CN" sz="2400" dirty="0">
              <a:latin typeface="Times New Roman" panose="02020503050405090304" pitchFamily="18" charset="0"/>
            </a:endParaRPr>
          </a:p>
          <a:p>
            <a:pPr>
              <a:lnSpc>
                <a:spcPct val="100000"/>
              </a:lnSpc>
            </a:pPr>
            <a:r>
              <a:rPr lang="zh-CN" altLang="en-US" sz="2400" dirty="0">
                <a:latin typeface="Times New Roman" panose="02020503050405090304" pitchFamily="18" charset="0"/>
              </a:rPr>
              <a:t>通常，我们会使用清华镜像以便顺畅的安装包</a:t>
            </a:r>
            <a:endParaRPr lang="en-US" altLang="zh-CN" sz="2400" dirty="0">
              <a:latin typeface="Times New Roman" panose="02020503050405090304" pitchFamily="18" charset="0"/>
            </a:endParaRPr>
          </a:p>
          <a:p>
            <a:pPr marL="0" indent="0">
              <a:buNone/>
            </a:pPr>
            <a:endParaRPr lang="zh-CN" altLang="en-US" sz="2400" b="1" dirty="0">
              <a:solidFill>
                <a:srgbClr val="FF0000"/>
              </a:solidFill>
              <a:latin typeface="Times New Roman" panose="02020503050405090304" pitchFamily="18" charset="0"/>
            </a:endParaRPr>
          </a:p>
        </p:txBody>
      </p:sp>
      <p:pic>
        <p:nvPicPr>
          <p:cNvPr id="5" name="图片 4"/>
          <p:cNvPicPr>
            <a:picLocks noChangeAspect="1"/>
          </p:cNvPicPr>
          <p:nvPr/>
        </p:nvPicPr>
        <p:blipFill>
          <a:blip r:embed="rId2"/>
          <a:stretch>
            <a:fillRect/>
          </a:stretch>
        </p:blipFill>
        <p:spPr>
          <a:xfrm>
            <a:off x="838200" y="3614466"/>
            <a:ext cx="10506075" cy="2895600"/>
          </a:xfrm>
          <a:prstGeom prst="rect">
            <a:avLst/>
          </a:prstGeom>
        </p:spPr>
      </p:pic>
      <p:sp>
        <p:nvSpPr>
          <p:cNvPr id="7"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3.7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镜像的选择</a:t>
            </a:r>
            <a:endParaRPr lang="en-US" altLang="zh-CN" sz="36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534795"/>
            <a:ext cx="10515600" cy="4351338"/>
          </a:xfrm>
        </p:spPr>
        <p:txBody>
          <a:bodyPr/>
          <a:lstStyle/>
          <a:p>
            <a:pPr>
              <a:lnSpc>
                <a:spcPct val="150000"/>
              </a:lnSpc>
            </a:pPr>
            <a:r>
              <a:rPr lang="zh-CN" altLang="en-US" sz="2400" dirty="0">
                <a:latin typeface="Times New Roman" panose="02020503050405090304" pitchFamily="18" charset="0"/>
              </a:rPr>
              <a:t>可以使用如下代码更改全局镜像地址，以清华地址为例</a:t>
            </a:r>
            <a:endParaRPr lang="en-US" altLang="zh-CN" sz="2400" dirty="0">
              <a:latin typeface="Times New Roman" panose="02020503050405090304" pitchFamily="18" charset="0"/>
            </a:endParaRPr>
          </a:p>
          <a:p>
            <a:pPr marL="0" indent="0">
              <a:lnSpc>
                <a:spcPct val="150000"/>
              </a:lnSpc>
              <a:buNone/>
            </a:pPr>
            <a:r>
              <a:rPr lang="en-US" altLang="zh-CN" sz="2400" dirty="0">
                <a:latin typeface="Times New Roman" panose="02020503050405090304" pitchFamily="18" charset="0"/>
              </a:rPr>
              <a:t>	</a:t>
            </a:r>
            <a:r>
              <a:rPr lang="en-US" altLang="zh-CN" sz="2000" dirty="0">
                <a:latin typeface="Times New Roman" panose="02020503050405090304" pitchFamily="18" charset="0"/>
                <a:cs typeface="Times New Roman" panose="02020503050405090304" pitchFamily="18" charset="0"/>
              </a:rPr>
              <a:t>options(repos = c(CRAN = "</a:t>
            </a:r>
            <a:r>
              <a:rPr lang="en-US" altLang="zh-CN" sz="2000" dirty="0">
                <a:solidFill>
                  <a:srgbClr val="FF0000"/>
                </a:solidFill>
                <a:latin typeface="Times New Roman" panose="02020503050405090304" pitchFamily="18" charset="0"/>
                <a:cs typeface="Times New Roman" panose="02020503050405090304" pitchFamily="18" charset="0"/>
              </a:rPr>
              <a:t>https://mirrors.tuna.tsinghua.edu.cn/CRAN/</a:t>
            </a:r>
            <a:r>
              <a:rPr lang="en-US" altLang="zh-CN" sz="2000" dirty="0">
                <a:latin typeface="Times New Roman" panose="02020503050405090304" pitchFamily="18" charset="0"/>
                <a:cs typeface="Times New Roman" panose="02020503050405090304" pitchFamily="18" charset="0"/>
              </a:rPr>
              <a:t>"))</a:t>
            </a:r>
            <a:endParaRPr lang="en-US" altLang="zh-CN" sz="3200" dirty="0">
              <a:latin typeface="Monaco" pitchFamily="2" charset="77"/>
            </a:endParaRPr>
          </a:p>
          <a:p>
            <a:pPr>
              <a:lnSpc>
                <a:spcPct val="150000"/>
              </a:lnSpc>
            </a:pPr>
            <a:r>
              <a:rPr lang="zh-CN" altLang="en-US" sz="2400" dirty="0">
                <a:latin typeface="Times New Roman" panose="02020503050405090304" pitchFamily="18" charset="0"/>
              </a:rPr>
              <a:t> 查询当前默认全局镜像，使用以下代码</a:t>
            </a:r>
            <a:endParaRPr lang="en-US" altLang="zh-CN" sz="2400" b="1" dirty="0">
              <a:solidFill>
                <a:srgbClr val="FF0000"/>
              </a:solidFill>
              <a:latin typeface="Times New Roman" panose="02020503050405090304" pitchFamily="18" charset="0"/>
            </a:endParaRPr>
          </a:p>
          <a:p>
            <a:pPr marL="0" indent="0">
              <a:lnSpc>
                <a:spcPct val="150000"/>
              </a:lnSpc>
              <a:buNone/>
            </a:pPr>
            <a:r>
              <a:rPr lang="en-US" altLang="zh-CN" sz="2400" b="1" dirty="0">
                <a:solidFill>
                  <a:srgbClr val="FF0000"/>
                </a:solidFill>
                <a:latin typeface="Times New Roman" panose="02020503050405090304" pitchFamily="18" charset="0"/>
              </a:rPr>
              <a:t>	</a:t>
            </a:r>
            <a:r>
              <a:rPr lang="en-US" altLang="zh-CN" sz="1800" dirty="0" err="1">
                <a:latin typeface="Times New Roman" panose="02020503050405090304" pitchFamily="18" charset="0"/>
                <a:cs typeface="Times New Roman" panose="02020503050405090304" pitchFamily="18" charset="0"/>
              </a:rPr>
              <a:t>getOption</a:t>
            </a:r>
            <a:r>
              <a:rPr lang="en-US" altLang="zh-CN" sz="1800" dirty="0">
                <a:latin typeface="Times New Roman" panose="02020503050405090304" pitchFamily="18" charset="0"/>
                <a:cs typeface="Times New Roman" panose="02020503050405090304" pitchFamily="18" charset="0"/>
              </a:rPr>
              <a:t>("repos")</a:t>
            </a:r>
            <a:endParaRPr lang="zh-CN" altLang="en-US" sz="2000" dirty="0">
              <a:latin typeface="Times New Roman" panose="02020503050405090304" pitchFamily="18" charset="0"/>
              <a:cs typeface="Times New Roman" panose="02020503050405090304" pitchFamily="18" charset="0"/>
            </a:endParaRPr>
          </a:p>
        </p:txBody>
      </p:sp>
      <p:sp>
        <p:nvSpPr>
          <p:cNvPr id="8"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3.7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镜像的选择</a:t>
            </a:r>
            <a:endParaRPr lang="en-US" altLang="zh-CN" sz="3600" dirty="0"/>
          </a:p>
        </p:txBody>
      </p:sp>
      <p:pic>
        <p:nvPicPr>
          <p:cNvPr id="2" name="图片 1"/>
          <p:cNvPicPr>
            <a:picLocks noChangeAspect="1"/>
          </p:cNvPicPr>
          <p:nvPr>
            <p:custDataLst>
              <p:tags r:id="rId1"/>
            </p:custDataLst>
          </p:nvPr>
        </p:nvPicPr>
        <p:blipFill>
          <a:blip r:embed="rId2"/>
          <a:stretch>
            <a:fillRect/>
          </a:stretch>
        </p:blipFill>
        <p:spPr>
          <a:xfrm>
            <a:off x="1005840" y="4586605"/>
            <a:ext cx="10179685" cy="1138555"/>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half" idx="1"/>
          </p:nvPr>
        </p:nvSpPr>
        <p:spPr/>
        <p:txBody>
          <a:bodyPr/>
          <a:lstStyle/>
          <a:p>
            <a:pPr marL="0" indent="0" algn="ctr">
              <a:buNone/>
            </a:pPr>
            <a:endParaRPr lang="en-US" altLang="zh-CN" sz="4800" b="1" dirty="0">
              <a:solidFill>
                <a:srgbClr val="FF0000"/>
              </a:solidFill>
            </a:endParaRPr>
          </a:p>
          <a:p>
            <a:pPr marL="0" indent="0" algn="ctr">
              <a:buNone/>
            </a:pPr>
            <a:endParaRPr lang="en-US" altLang="zh-CN" sz="4800" b="1" dirty="0">
              <a:solidFill>
                <a:srgbClr val="FF0000"/>
              </a:solidFill>
            </a:endParaRPr>
          </a:p>
          <a:p>
            <a:pPr marL="0" indent="0">
              <a:buNone/>
            </a:pPr>
            <a:r>
              <a:rPr lang="en-US" altLang="zh-CN" sz="4800" b="1" dirty="0">
                <a:solidFill>
                  <a:srgbClr val="FF0000"/>
                </a:solidFill>
              </a:rPr>
              <a:t>   </a:t>
            </a:r>
            <a:r>
              <a:rPr lang="zh-CN" altLang="en-US" sz="4800" b="1" dirty="0">
                <a:solidFill>
                  <a:srgbClr val="FF0000"/>
                </a:solidFill>
              </a:rPr>
              <a:t>方法一</a:t>
            </a:r>
            <a:endParaRPr lang="zh-CN" altLang="en-US" sz="4800" b="1" dirty="0">
              <a:solidFill>
                <a:srgbClr val="FF0000"/>
              </a:solidFill>
            </a:endParaRPr>
          </a:p>
          <a:p>
            <a:pPr marL="0" indent="0">
              <a:buNone/>
            </a:pPr>
            <a:endParaRPr lang="zh-CN" altLang="en-US" dirty="0"/>
          </a:p>
        </p:txBody>
      </p:sp>
      <p:sp>
        <p:nvSpPr>
          <p:cNvPr id="6" name="文本框 5"/>
          <p:cNvSpPr txBox="1"/>
          <p:nvPr/>
        </p:nvSpPr>
        <p:spPr>
          <a:xfrm>
            <a:off x="5444833" y="4161743"/>
            <a:ext cx="5908967" cy="1308735"/>
          </a:xfrm>
          <a:prstGeom prst="rect">
            <a:avLst/>
          </a:prstGeom>
          <a:noFill/>
        </p:spPr>
        <p:txBody>
          <a:bodyPr wrap="square" rtlCol="0">
            <a:spAutoFit/>
          </a:bodyPr>
          <a:lstStyle/>
          <a:p>
            <a:pPr>
              <a:lnSpc>
                <a:spcPct val="110000"/>
              </a:lnSpc>
            </a:pPr>
            <a:r>
              <a:rPr lang="en-US" altLang="zh-CN" sz="2400" dirty="0">
                <a:latin typeface="Times New Roman" panose="02020503050405090304" pitchFamily="18" charset="0"/>
                <a:ea typeface="楷体" panose="02010609060101010101" pitchFamily="49" charset="-122"/>
                <a:cs typeface="Times New Roman" panose="02020503050405090304" pitchFamily="18" charset="0"/>
              </a:rPr>
              <a:t>&gt; </a:t>
            </a:r>
            <a:r>
              <a:rPr lang="en-US" altLang="zh-CN" sz="2400" dirty="0" err="1">
                <a:latin typeface="Times New Roman" panose="02020503050405090304" pitchFamily="18" charset="0"/>
                <a:ea typeface="楷体" panose="02010609060101010101" pitchFamily="49" charset="-122"/>
                <a:cs typeface="Times New Roman" panose="02020503050405090304" pitchFamily="18" charset="0"/>
              </a:rPr>
              <a:t>install.packages</a:t>
            </a:r>
            <a:r>
              <a:rPr lang="en-US" altLang="zh-CN" sz="2400" dirty="0">
                <a:solidFill>
                  <a:srgbClr val="FF0000"/>
                </a:solidFill>
                <a:latin typeface="Times New Roman" panose="02020503050405090304" pitchFamily="18" charset="0"/>
                <a:ea typeface="楷体" panose="02010609060101010101" pitchFamily="49" charset="-122"/>
                <a:cs typeface="Times New Roman" panose="02020503050405090304" pitchFamily="18" charset="0"/>
              </a:rPr>
              <a:t>(“</a:t>
            </a:r>
            <a:r>
              <a:rPr lang="en-US" altLang="zh-CN" sz="2400" dirty="0" err="1">
                <a:solidFill>
                  <a:srgbClr val="FF0000"/>
                </a:solidFill>
                <a:latin typeface="Times New Roman" panose="02020503050405090304" pitchFamily="18" charset="0"/>
                <a:ea typeface="楷体" panose="02010609060101010101" pitchFamily="49" charset="-122"/>
                <a:cs typeface="Times New Roman" panose="02020503050405090304" pitchFamily="18" charset="0"/>
              </a:rPr>
              <a:t>installr</a:t>
            </a:r>
            <a:r>
              <a:rPr lang="en-US" altLang="zh-CN" sz="2400" dirty="0">
                <a:solidFill>
                  <a:srgbClr val="FF0000"/>
                </a:solidFill>
                <a:latin typeface="Times New Roman" panose="02020503050405090304" pitchFamily="18" charset="0"/>
                <a:ea typeface="楷体" panose="02010609060101010101" pitchFamily="49" charset="-122"/>
                <a:cs typeface="Times New Roman" panose="02020503050405090304" pitchFamily="18" charset="0"/>
              </a:rPr>
              <a:t>”)</a:t>
            </a:r>
            <a:endParaRPr lang="en-US" altLang="zh-CN" sz="2400" dirty="0">
              <a:solidFill>
                <a:srgbClr val="FF0000"/>
              </a:solidFill>
              <a:latin typeface="Times New Roman" panose="02020503050405090304" pitchFamily="18" charset="0"/>
              <a:ea typeface="楷体" panose="02010609060101010101" pitchFamily="49" charset="-122"/>
              <a:cs typeface="Times New Roman" panose="02020503050405090304" pitchFamily="18" charset="0"/>
            </a:endParaRPr>
          </a:p>
          <a:p>
            <a:pPr>
              <a:lnSpc>
                <a:spcPct val="110000"/>
              </a:lnSpc>
            </a:pPr>
            <a:r>
              <a:rPr lang="en-US" altLang="zh-CN" sz="2400" dirty="0">
                <a:latin typeface="Times New Roman" panose="02020503050405090304" pitchFamily="18" charset="0"/>
                <a:ea typeface="楷体" panose="02010609060101010101" pitchFamily="49" charset="-122"/>
                <a:cs typeface="Times New Roman" panose="02020503050405090304" pitchFamily="18" charset="0"/>
              </a:rPr>
              <a:t>&gt; library(</a:t>
            </a:r>
            <a:r>
              <a:rPr lang="en-US" altLang="zh-CN" sz="2400" dirty="0" err="1">
                <a:latin typeface="Times New Roman" panose="02020503050405090304" pitchFamily="18" charset="0"/>
                <a:ea typeface="楷体" panose="02010609060101010101" pitchFamily="49" charset="-122"/>
                <a:cs typeface="Times New Roman" panose="02020503050405090304" pitchFamily="18" charset="0"/>
              </a:rPr>
              <a:t>installr</a:t>
            </a:r>
            <a:r>
              <a:rPr lang="en-US" altLang="zh-CN" sz="2400" dirty="0">
                <a:latin typeface="Times New Roman" panose="02020503050405090304" pitchFamily="18" charset="0"/>
                <a:ea typeface="楷体" panose="02010609060101010101" pitchFamily="49" charset="-122"/>
                <a:cs typeface="Times New Roman" panose="02020503050405090304" pitchFamily="18" charset="0"/>
              </a:rPr>
              <a:t>)</a:t>
            </a:r>
            <a:endParaRPr lang="en-US" altLang="zh-CN" sz="2400" dirty="0">
              <a:latin typeface="Times New Roman" panose="02020503050405090304" pitchFamily="18" charset="0"/>
              <a:ea typeface="楷体" panose="02010609060101010101" pitchFamily="49" charset="-122"/>
              <a:cs typeface="Times New Roman" panose="02020503050405090304" pitchFamily="18" charset="0"/>
            </a:endParaRPr>
          </a:p>
          <a:p>
            <a:pPr>
              <a:lnSpc>
                <a:spcPct val="110000"/>
              </a:lnSpc>
            </a:pPr>
            <a:r>
              <a:rPr lang="en-US" altLang="zh-CN" sz="2400" dirty="0">
                <a:latin typeface="Times New Roman" panose="02020503050405090304" pitchFamily="18" charset="0"/>
                <a:ea typeface="楷体" panose="02010609060101010101" pitchFamily="49" charset="-122"/>
                <a:cs typeface="Times New Roman" panose="02020503050405090304" pitchFamily="18" charset="0"/>
              </a:rPr>
              <a:t>&gt; i</a:t>
            </a:r>
            <a:r>
              <a:rPr lang="en-US" altLang="zh-CN" sz="2400" dirty="0" err="1">
                <a:latin typeface="Times New Roman" panose="02020503050405090304" pitchFamily="18" charset="0"/>
                <a:ea typeface="楷体" panose="02010609060101010101" pitchFamily="49" charset="-122"/>
                <a:cs typeface="Times New Roman" panose="02020503050405090304" pitchFamily="18" charset="0"/>
              </a:rPr>
              <a:t>nstall.Rtools</a:t>
            </a:r>
            <a:r>
              <a:rPr lang="en-US" altLang="zh-CN" sz="2400" dirty="0">
                <a:latin typeface="Times New Roman" panose="02020503050405090304" pitchFamily="18" charset="0"/>
                <a:ea typeface="楷体" panose="02010609060101010101" pitchFamily="49" charset="-122"/>
                <a:cs typeface="Times New Roman" panose="02020503050405090304" pitchFamily="18" charset="0"/>
              </a:rPr>
              <a:t>()</a:t>
            </a:r>
            <a:endParaRPr lang="zh-CN" altLang="en-US" sz="2400" dirty="0">
              <a:latin typeface="Times New Roman" panose="02020503050405090304" pitchFamily="18" charset="0"/>
              <a:ea typeface="楷体" panose="02010609060101010101" pitchFamily="49" charset="-122"/>
              <a:cs typeface="Times New Roman" panose="02020503050405090304" pitchFamily="18" charset="0"/>
            </a:endParaRPr>
          </a:p>
        </p:txBody>
      </p:sp>
      <p:pic>
        <p:nvPicPr>
          <p:cNvPr id="9" name="内容占位符 8"/>
          <p:cNvPicPr>
            <a:picLocks noGrp="1" noChangeAspect="1"/>
          </p:cNvPicPr>
          <p:nvPr>
            <p:ph sz="half" idx="2"/>
          </p:nvPr>
        </p:nvPicPr>
        <p:blipFill rotWithShape="1">
          <a:blip r:embed="rId1"/>
          <a:srcRect r="59006" b="74218"/>
          <a:stretch>
            <a:fillRect/>
          </a:stretch>
        </p:blipFill>
        <p:spPr>
          <a:xfrm>
            <a:off x="5444833" y="1690688"/>
            <a:ext cx="4685614" cy="2210162"/>
          </a:xfrm>
          <a:prstGeom prst="rect">
            <a:avLst/>
          </a:prstGeom>
        </p:spPr>
      </p:pic>
      <p:sp>
        <p:nvSpPr>
          <p:cNvPr id="8" name="Title 6"/>
          <p:cNvSpPr>
            <a:spLocks noGrp="1"/>
          </p:cNvSpPr>
          <p:nvPr>
            <p:ph type="title"/>
          </p:nvPr>
        </p:nvSpPr>
        <p:spPr>
          <a:xfrm>
            <a:off x="838200" y="365125"/>
            <a:ext cx="10515600" cy="1325563"/>
          </a:xfrm>
        </p:spPr>
        <p:txBody>
          <a:bodyPr anchor="ctr"/>
          <a:lstStyle/>
          <a:p>
            <a:r>
              <a:rPr lang="en-US" altLang="zh-CN" sz="3600" dirty="0">
                <a:ea typeface="华文楷体" panose="02010600040101010101" pitchFamily="2" charset="-122"/>
                <a:cs typeface="Times New Roman" panose="02020503050405090304" pitchFamily="18" charset="0"/>
              </a:rPr>
              <a:t>3.8 </a:t>
            </a:r>
            <a:r>
              <a:rPr lang="zh-CN" altLang="en-US" sz="3600" dirty="0">
                <a:ea typeface="华文楷体" panose="02010600040101010101" pitchFamily="2" charset="-122"/>
                <a:cs typeface="Times New Roman" panose="02020503050405090304" pitchFamily="18" charset="0"/>
              </a:rPr>
              <a:t>安装</a:t>
            </a:r>
            <a:r>
              <a:rPr lang="en-US" altLang="zh-CN" sz="3600" dirty="0" err="1">
                <a:ea typeface="华文楷体" panose="02010600040101010101" pitchFamily="2" charset="-122"/>
                <a:cs typeface="Times New Roman" panose="02020503050405090304" pitchFamily="18" charset="0"/>
              </a:rPr>
              <a:t>Rtools</a:t>
            </a:r>
            <a:r>
              <a:rPr lang="en-US" altLang="zh-CN" sz="3600" dirty="0">
                <a:ea typeface="华文楷体" panose="02010600040101010101" pitchFamily="2" charset="-122"/>
                <a:cs typeface="Times New Roman" panose="02020503050405090304" pitchFamily="18" charset="0"/>
              </a:rPr>
              <a:t> (Windows)</a:t>
            </a:r>
            <a:endParaRPr lang="en-US" altLang="zh-CN" sz="36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sz="3200" dirty="0"/>
              <a:t>可能出现的</a:t>
            </a:r>
            <a:r>
              <a:rPr lang="en-US" altLang="zh-CN" sz="3200" dirty="0"/>
              <a:t>bug</a:t>
            </a:r>
            <a:endParaRPr lang="en-US" altLang="zh-CN" sz="3200" dirty="0"/>
          </a:p>
          <a:p>
            <a:endParaRPr lang="en-US" altLang="zh-CN" sz="3200" dirty="0"/>
          </a:p>
          <a:p>
            <a:endParaRPr lang="en-US" altLang="zh-CN" sz="3200" dirty="0"/>
          </a:p>
          <a:p>
            <a:endParaRPr lang="zh-CN" altLang="en-US" sz="3200" dirty="0"/>
          </a:p>
          <a:p>
            <a:r>
              <a:rPr lang="zh-CN" altLang="en-US" sz="3200" dirty="0"/>
              <a:t>解决方法：将</a:t>
            </a:r>
            <a:r>
              <a:rPr lang="en-US" altLang="zh-CN" sz="3200" dirty="0">
                <a:latin typeface="Times New Roman" panose="02020503050405090304" pitchFamily="18" charset="0"/>
                <a:cs typeface="Times New Roman" panose="02020503050405090304" pitchFamily="18" charset="0"/>
              </a:rPr>
              <a:t>install</a:t>
            </a:r>
            <a:r>
              <a:rPr lang="zh-CN" altLang="en-US" sz="3200" dirty="0"/>
              <a:t>函数改为：</a:t>
            </a:r>
            <a:endParaRPr lang="en-US" altLang="zh-CN" dirty="0"/>
          </a:p>
          <a:p>
            <a:pPr marL="0" indent="0">
              <a:buNone/>
            </a:pPr>
            <a:r>
              <a:rPr lang="en-US" altLang="zh-CN" sz="3200" dirty="0">
                <a:latin typeface="Times New Roman" panose="02020503050405090304" pitchFamily="18" charset="0"/>
                <a:cs typeface="Times New Roman" panose="02020503050405090304" pitchFamily="18" charset="0"/>
              </a:rPr>
              <a:t>	&gt; </a:t>
            </a:r>
            <a:r>
              <a:rPr lang="en-US" altLang="zh-CN" sz="2400" dirty="0" err="1">
                <a:latin typeface="Consolas" panose="020B0609020204030204" pitchFamily="49" charset="0"/>
                <a:cs typeface="Times New Roman" panose="02020503050405090304" pitchFamily="18" charset="0"/>
              </a:rPr>
              <a:t>install.packages</a:t>
            </a:r>
            <a:r>
              <a:rPr lang="en-US" altLang="zh-CN" sz="2400" dirty="0">
                <a:latin typeface="Consolas" panose="020B0609020204030204" pitchFamily="49" charset="0"/>
                <a:cs typeface="Times New Roman" panose="02020503050405090304" pitchFamily="18" charset="0"/>
              </a:rPr>
              <a:t>("</a:t>
            </a:r>
            <a:r>
              <a:rPr lang="en-US" altLang="zh-CN" sz="2400" dirty="0" err="1">
                <a:latin typeface="Consolas" panose="020B0609020204030204" pitchFamily="49" charset="0"/>
                <a:cs typeface="Times New Roman" panose="02020503050405090304" pitchFamily="18" charset="0"/>
              </a:rPr>
              <a:t>installr</a:t>
            </a:r>
            <a:r>
              <a:rPr lang="en-US" altLang="zh-CN" sz="2400" dirty="0">
                <a:latin typeface="Consolas" panose="020B0609020204030204" pitchFamily="49" charset="0"/>
                <a:cs typeface="Times New Roman" panose="02020503050405090304" pitchFamily="18" charset="0"/>
              </a:rPr>
              <a:t>", type="binary")</a:t>
            </a:r>
            <a:endParaRPr lang="en-US" altLang="zh-CN" sz="2400" dirty="0">
              <a:latin typeface="Consolas" panose="020B0609020204030204" pitchFamily="49" charset="0"/>
              <a:cs typeface="Times New Roman" panose="02020503050405090304" pitchFamily="18" charset="0"/>
            </a:endParaRPr>
          </a:p>
          <a:p>
            <a:endParaRPr lang="en-US" altLang="zh-CN" sz="3600" dirty="0">
              <a:latin typeface="Times New Roman" panose="02020503050405090304" pitchFamily="18" charset="0"/>
              <a:cs typeface="Times New Roman" panose="02020503050405090304" pitchFamily="18" charset="0"/>
            </a:endParaRPr>
          </a:p>
        </p:txBody>
      </p:sp>
      <p:pic>
        <p:nvPicPr>
          <p:cNvPr id="7" name="图片 6"/>
          <p:cNvPicPr>
            <a:picLocks noChangeAspect="1"/>
          </p:cNvPicPr>
          <p:nvPr/>
        </p:nvPicPr>
        <p:blipFill rotWithShape="1">
          <a:blip r:embed="rId1"/>
          <a:srcRect t="10031" b="1"/>
          <a:stretch>
            <a:fillRect/>
          </a:stretch>
        </p:blipFill>
        <p:spPr>
          <a:xfrm>
            <a:off x="1108710" y="2447290"/>
            <a:ext cx="10133330" cy="982345"/>
          </a:xfrm>
          <a:prstGeom prst="rect">
            <a:avLst/>
          </a:prstGeom>
        </p:spPr>
      </p:pic>
      <p:sp>
        <p:nvSpPr>
          <p:cNvPr id="9" name="Title 6"/>
          <p:cNvSpPr>
            <a:spLocks noGrp="1"/>
          </p:cNvSpPr>
          <p:nvPr>
            <p:ph type="title"/>
          </p:nvPr>
        </p:nvSpPr>
        <p:spPr>
          <a:xfrm>
            <a:off x="838200" y="365125"/>
            <a:ext cx="10515600" cy="1325563"/>
          </a:xfrm>
        </p:spPr>
        <p:txBody>
          <a:bodyPr anchor="ctr"/>
          <a:lstStyle/>
          <a:p>
            <a:r>
              <a:rPr lang="en-US" altLang="zh-CN" sz="3600" dirty="0">
                <a:solidFill>
                  <a:prstClr val="black"/>
                </a:solidFill>
                <a:latin typeface="Times New Roman" panose="02020503050405090304" pitchFamily="18" charset="0"/>
                <a:ea typeface="华文楷体" panose="02010600040101010101" pitchFamily="2" charset="-122"/>
                <a:cs typeface="Times New Roman" panose="02020503050405090304" pitchFamily="18" charset="0"/>
              </a:rPr>
              <a:t>3.8 </a:t>
            </a:r>
            <a:r>
              <a:rPr lang="zh-CN" altLang="en-US" sz="3600" dirty="0">
                <a:solidFill>
                  <a:prstClr val="black"/>
                </a:solidFill>
                <a:latin typeface="Times New Roman" panose="02020503050405090304" pitchFamily="18" charset="0"/>
                <a:ea typeface="华文楷体" panose="02010600040101010101" pitchFamily="2" charset="-122"/>
                <a:cs typeface="Times New Roman" panose="02020503050405090304" pitchFamily="18" charset="0"/>
              </a:rPr>
              <a:t>安装</a:t>
            </a:r>
            <a:r>
              <a:rPr lang="en-US" altLang="zh-CN" sz="3600" dirty="0" err="1">
                <a:solidFill>
                  <a:prstClr val="black"/>
                </a:solidFill>
                <a:latin typeface="Times New Roman" panose="02020503050405090304" pitchFamily="18" charset="0"/>
                <a:ea typeface="华文楷体" panose="02010600040101010101" pitchFamily="2" charset="-122"/>
                <a:cs typeface="Times New Roman" panose="02020503050405090304" pitchFamily="18" charset="0"/>
              </a:rPr>
              <a:t>Rtools</a:t>
            </a:r>
            <a:r>
              <a:rPr lang="en-US" altLang="zh-CN" sz="3600" dirty="0">
                <a:solidFill>
                  <a:prstClr val="black"/>
                </a:solidFill>
                <a:latin typeface="Times New Roman" panose="02020503050405090304" pitchFamily="18" charset="0"/>
                <a:ea typeface="华文楷体" panose="02010600040101010101" pitchFamily="2" charset="-122"/>
                <a:cs typeface="Times New Roman" panose="02020503050405090304" pitchFamily="18" charset="0"/>
              </a:rPr>
              <a:t> (Windows)</a:t>
            </a:r>
            <a:endParaRPr lang="en-US" altLang="zh-CN" sz="36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sz="half" idx="1"/>
          </p:nvPr>
        </p:nvSpPr>
        <p:spPr/>
        <p:txBody>
          <a:bodyPr/>
          <a:lstStyle/>
          <a:p>
            <a:pPr marL="0" indent="0">
              <a:buNone/>
            </a:pPr>
            <a:endParaRPr lang="en-US" altLang="zh-CN" sz="4800" b="1" dirty="0">
              <a:solidFill>
                <a:srgbClr val="FF0000"/>
              </a:solidFill>
            </a:endParaRPr>
          </a:p>
          <a:p>
            <a:pPr marL="0" indent="0">
              <a:buNone/>
            </a:pPr>
            <a:endParaRPr lang="en-US" altLang="zh-CN" sz="4800" b="1" dirty="0">
              <a:solidFill>
                <a:srgbClr val="FF0000"/>
              </a:solidFill>
            </a:endParaRPr>
          </a:p>
          <a:p>
            <a:pPr marL="0" indent="0">
              <a:buNone/>
            </a:pPr>
            <a:r>
              <a:rPr lang="en-US" altLang="zh-CN" sz="4800" b="1" dirty="0">
                <a:solidFill>
                  <a:srgbClr val="FF0000"/>
                </a:solidFill>
              </a:rPr>
              <a:t>   </a:t>
            </a:r>
            <a:r>
              <a:rPr lang="zh-CN" altLang="en-US" sz="4800" b="1" dirty="0">
                <a:solidFill>
                  <a:srgbClr val="FF0000"/>
                </a:solidFill>
              </a:rPr>
              <a:t>方法二</a:t>
            </a:r>
            <a:endParaRPr lang="zh-CN" altLang="en-US" sz="4800" b="1" dirty="0">
              <a:solidFill>
                <a:srgbClr val="FF0000"/>
              </a:solidFill>
            </a:endParaRPr>
          </a:p>
        </p:txBody>
      </p:sp>
      <p:sp>
        <p:nvSpPr>
          <p:cNvPr id="10" name="文本框 9"/>
          <p:cNvSpPr txBox="1"/>
          <p:nvPr/>
        </p:nvSpPr>
        <p:spPr>
          <a:xfrm>
            <a:off x="5444833" y="3883613"/>
            <a:ext cx="6128858" cy="1918335"/>
          </a:xfrm>
          <a:prstGeom prst="rect">
            <a:avLst/>
          </a:prstGeom>
          <a:noFill/>
        </p:spPr>
        <p:txBody>
          <a:bodyPr wrap="square" rtlCol="0">
            <a:spAutoFit/>
          </a:bodyPr>
          <a:lstStyle/>
          <a:p>
            <a:pPr marL="285750" indent="-285750">
              <a:lnSpc>
                <a:spcPct val="110000"/>
              </a:lnSpc>
              <a:buFont typeface="Arial" panose="020B0604020202090204" pitchFamily="34" charset="0"/>
              <a:buChar char="•"/>
            </a:pPr>
            <a:r>
              <a:rPr lang="zh-CN" altLang="en-US" sz="3600" dirty="0">
                <a:latin typeface="Times New Roman" panose="02020503050405090304" pitchFamily="18" charset="0"/>
                <a:ea typeface="楷体" panose="02010609060101010101" pitchFamily="49" charset="-122"/>
              </a:rPr>
              <a:t>使用</a:t>
            </a:r>
            <a:r>
              <a:rPr lang="en-US" altLang="zh-CN" sz="3600" dirty="0">
                <a:latin typeface="Times New Roman" panose="02020503050405090304" pitchFamily="18" charset="0"/>
                <a:ea typeface="楷体" panose="02010609060101010101" pitchFamily="49" charset="-122"/>
                <a:cs typeface="Times New Roman" panose="02020503050405090304" pitchFamily="18" charset="0"/>
              </a:rPr>
              <a:t>rtools</a:t>
            </a:r>
            <a:r>
              <a:rPr lang="en-US" altLang="zh-CN" sz="3600" dirty="0">
                <a:latin typeface="Times New Roman" panose="02020503050405090304" pitchFamily="18" charset="0"/>
                <a:ea typeface="楷体" panose="02010609060101010101" pitchFamily="49" charset="-122"/>
              </a:rPr>
              <a:t>43</a:t>
            </a:r>
            <a:r>
              <a:rPr lang="zh-CN" altLang="en-US" sz="3600" dirty="0">
                <a:latin typeface="Times New Roman" panose="02020503050405090304" pitchFamily="18" charset="0"/>
                <a:ea typeface="楷体" panose="02010609060101010101" pitchFamily="49" charset="-122"/>
              </a:rPr>
              <a:t>安装包进行安装</a:t>
            </a:r>
            <a:endParaRPr lang="en-US" altLang="zh-CN" sz="3600" dirty="0">
              <a:latin typeface="Times New Roman" panose="02020503050405090304" pitchFamily="18" charset="0"/>
              <a:ea typeface="楷体" panose="02010609060101010101" pitchFamily="49" charset="-122"/>
            </a:endParaRPr>
          </a:p>
          <a:p>
            <a:pPr marL="285750" indent="-285750">
              <a:lnSpc>
                <a:spcPct val="110000"/>
              </a:lnSpc>
              <a:buFont typeface="Arial" panose="020B0604020202090204" pitchFamily="34" charset="0"/>
              <a:buChar char="•"/>
            </a:pPr>
            <a:r>
              <a:rPr lang="zh-CN" altLang="en-US" sz="3600" dirty="0">
                <a:latin typeface="Times New Roman" panose="02020503050405090304" pitchFamily="18" charset="0"/>
                <a:ea typeface="楷体" panose="02010609060101010101" pitchFamily="49" charset="-122"/>
              </a:rPr>
              <a:t>安装完成后需要配置环境</a:t>
            </a:r>
            <a:endParaRPr lang="en-US" altLang="zh-CN" sz="3600" dirty="0">
              <a:latin typeface="Times New Roman" panose="02020503050405090304" pitchFamily="18" charset="0"/>
              <a:ea typeface="楷体" panose="02010609060101010101" pitchFamily="49" charset="-122"/>
            </a:endParaRPr>
          </a:p>
          <a:p>
            <a:pPr marL="285750" indent="-285750">
              <a:lnSpc>
                <a:spcPct val="110000"/>
              </a:lnSpc>
              <a:buFont typeface="Arial" panose="020B0604020202090204" pitchFamily="34" charset="0"/>
              <a:buChar char="•"/>
            </a:pPr>
            <a:r>
              <a:rPr lang="zh-CN" altLang="en-US" sz="3600" dirty="0">
                <a:latin typeface="Times New Roman" panose="02020503050405090304" pitchFamily="18" charset="0"/>
                <a:ea typeface="楷体" panose="02010609060101010101" pitchFamily="49" charset="-122"/>
              </a:rPr>
              <a:t>最好安装至 </a:t>
            </a:r>
            <a:r>
              <a:rPr lang="en-US" altLang="zh-CN" sz="3600" dirty="0">
                <a:latin typeface="Times New Roman" panose="02020503050405090304" pitchFamily="18" charset="0"/>
                <a:ea typeface="楷体" panose="02010609060101010101" pitchFamily="49" charset="-122"/>
                <a:cs typeface="Times New Roman" panose="02020503050405090304" pitchFamily="18" charset="0"/>
              </a:rPr>
              <a:t>R</a:t>
            </a:r>
            <a:r>
              <a:rPr lang="en-US" altLang="zh-CN" sz="3600" dirty="0">
                <a:latin typeface="Times New Roman" panose="02020503050405090304" pitchFamily="18" charset="0"/>
                <a:ea typeface="楷体" panose="02010609060101010101" pitchFamily="49" charset="-122"/>
              </a:rPr>
              <a:t> </a:t>
            </a:r>
            <a:r>
              <a:rPr lang="zh-CN" altLang="en-US" sz="3600" dirty="0">
                <a:latin typeface="Times New Roman" panose="02020503050405090304" pitchFamily="18" charset="0"/>
                <a:ea typeface="楷体" panose="02010609060101010101" pitchFamily="49" charset="-122"/>
              </a:rPr>
              <a:t>相同目录</a:t>
            </a:r>
            <a:endParaRPr lang="zh-CN" altLang="en-US" sz="3600" dirty="0">
              <a:latin typeface="Times New Roman" panose="02020503050405090304" pitchFamily="18" charset="0"/>
              <a:ea typeface="楷体" panose="02010609060101010101" pitchFamily="49" charset="-122"/>
            </a:endParaRPr>
          </a:p>
        </p:txBody>
      </p:sp>
      <p:sp>
        <p:nvSpPr>
          <p:cNvPr id="8" name="Title 6"/>
          <p:cNvSpPr>
            <a:spLocks noGrp="1"/>
          </p:cNvSpPr>
          <p:nvPr>
            <p:ph type="title"/>
          </p:nvPr>
        </p:nvSpPr>
        <p:spPr>
          <a:xfrm>
            <a:off x="838200" y="365125"/>
            <a:ext cx="10515600" cy="1325563"/>
          </a:xfrm>
        </p:spPr>
        <p:txBody>
          <a:bodyPr anchor="ctr"/>
          <a:lstStyle/>
          <a:p>
            <a:r>
              <a:rPr lang="en-US" altLang="zh-CN" sz="3600" dirty="0">
                <a:solidFill>
                  <a:prstClr val="black"/>
                </a:solidFill>
                <a:latin typeface="Times New Roman" panose="02020503050405090304" pitchFamily="18" charset="0"/>
                <a:ea typeface="华文楷体" panose="02010600040101010101" pitchFamily="2" charset="-122"/>
                <a:cs typeface="Times New Roman" panose="02020503050405090304" pitchFamily="18" charset="0"/>
              </a:rPr>
              <a:t>3.8 </a:t>
            </a:r>
            <a:r>
              <a:rPr lang="zh-CN" altLang="en-US" sz="3600" dirty="0">
                <a:solidFill>
                  <a:prstClr val="black"/>
                </a:solidFill>
                <a:latin typeface="Times New Roman" panose="02020503050405090304" pitchFamily="18" charset="0"/>
                <a:ea typeface="华文楷体" panose="02010600040101010101" pitchFamily="2" charset="-122"/>
                <a:cs typeface="Times New Roman" panose="02020503050405090304" pitchFamily="18" charset="0"/>
              </a:rPr>
              <a:t>安装</a:t>
            </a:r>
            <a:r>
              <a:rPr lang="en-US" altLang="zh-CN" sz="3600" dirty="0" err="1">
                <a:solidFill>
                  <a:prstClr val="black"/>
                </a:solidFill>
                <a:latin typeface="Times New Roman" panose="02020503050405090304" pitchFamily="18" charset="0"/>
                <a:ea typeface="华文楷体" panose="02010600040101010101" pitchFamily="2" charset="-122"/>
                <a:cs typeface="Times New Roman" panose="02020503050405090304" pitchFamily="18" charset="0"/>
              </a:rPr>
              <a:t>Rtools</a:t>
            </a:r>
            <a:r>
              <a:rPr lang="en-US" altLang="zh-CN" sz="3600" dirty="0">
                <a:solidFill>
                  <a:prstClr val="black"/>
                </a:solidFill>
                <a:latin typeface="Times New Roman" panose="02020503050405090304" pitchFamily="18" charset="0"/>
                <a:ea typeface="华文楷体" panose="02010600040101010101" pitchFamily="2" charset="-122"/>
                <a:cs typeface="Times New Roman" panose="02020503050405090304" pitchFamily="18" charset="0"/>
              </a:rPr>
              <a:t> (Windows)</a:t>
            </a:r>
            <a:endParaRPr lang="en-US" altLang="zh-CN" sz="3600" dirty="0"/>
          </a:p>
        </p:txBody>
      </p:sp>
      <p:pic>
        <p:nvPicPr>
          <p:cNvPr id="3" name="内容占位符 2"/>
          <p:cNvPicPr>
            <a:picLocks noGrp="1" noChangeAspect="1"/>
          </p:cNvPicPr>
          <p:nvPr>
            <p:ph sz="half" idx="2"/>
            <p:custDataLst>
              <p:tags r:id="rId1"/>
            </p:custDataLst>
          </p:nvPr>
        </p:nvPicPr>
        <p:blipFill>
          <a:blip r:embed="rId2"/>
          <a:stretch>
            <a:fillRect/>
          </a:stretch>
        </p:blipFill>
        <p:spPr>
          <a:xfrm>
            <a:off x="7225665" y="1691005"/>
            <a:ext cx="1590675" cy="2028825"/>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3.8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配置</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Rtools Windows</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环境</a:t>
            </a:r>
            <a:endParaRPr lang="en-US" altLang="zh-CN" sz="3600" dirty="0"/>
          </a:p>
        </p:txBody>
      </p:sp>
      <p:pic>
        <p:nvPicPr>
          <p:cNvPr id="4" name="图片 3"/>
          <p:cNvPicPr>
            <a:picLocks noChangeAspect="1"/>
          </p:cNvPicPr>
          <p:nvPr>
            <p:custDataLst>
              <p:tags r:id="rId1"/>
            </p:custDataLst>
          </p:nvPr>
        </p:nvPicPr>
        <p:blipFill>
          <a:blip r:embed="rId2"/>
          <a:stretch>
            <a:fillRect/>
          </a:stretch>
        </p:blipFill>
        <p:spPr>
          <a:xfrm>
            <a:off x="745490" y="1327150"/>
            <a:ext cx="6626225" cy="1345565"/>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2156460" y="1882775"/>
            <a:ext cx="4197985" cy="4742815"/>
          </a:xfrm>
          <a:prstGeom prst="rect">
            <a:avLst/>
          </a:prstGeom>
        </p:spPr>
      </p:pic>
      <p:sp>
        <p:nvSpPr>
          <p:cNvPr id="8" name="矩形 7"/>
          <p:cNvSpPr/>
          <p:nvPr>
            <p:custDataLst>
              <p:tags r:id="rId5"/>
            </p:custDataLst>
          </p:nvPr>
        </p:nvSpPr>
        <p:spPr>
          <a:xfrm>
            <a:off x="4664075" y="5657850"/>
            <a:ext cx="1504950" cy="3670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pic>
        <p:nvPicPr>
          <p:cNvPr id="10" name="图片 9"/>
          <p:cNvPicPr>
            <a:picLocks noChangeAspect="1"/>
          </p:cNvPicPr>
          <p:nvPr>
            <p:custDataLst>
              <p:tags r:id="rId6"/>
            </p:custDataLst>
          </p:nvPr>
        </p:nvPicPr>
        <p:blipFill>
          <a:blip r:embed="rId7"/>
          <a:stretch>
            <a:fillRect/>
          </a:stretch>
        </p:blipFill>
        <p:spPr>
          <a:xfrm>
            <a:off x="6638925" y="1920240"/>
            <a:ext cx="4780915" cy="2338070"/>
          </a:xfrm>
          <a:prstGeom prst="rect">
            <a:avLst/>
          </a:prstGeom>
        </p:spPr>
      </p:pic>
      <p:sp>
        <p:nvSpPr>
          <p:cNvPr id="11" name="文本框 10"/>
          <p:cNvSpPr txBox="1"/>
          <p:nvPr/>
        </p:nvSpPr>
        <p:spPr>
          <a:xfrm>
            <a:off x="6809105" y="4615815"/>
            <a:ext cx="4304665" cy="1004570"/>
          </a:xfrm>
          <a:prstGeom prst="rect">
            <a:avLst/>
          </a:prstGeom>
          <a:noFill/>
        </p:spPr>
        <p:txBody>
          <a:bodyPr wrap="square" rtlCol="0">
            <a:spAutoFit/>
          </a:bodyPr>
          <a:lstStyle/>
          <a:p>
            <a:pPr>
              <a:lnSpc>
                <a:spcPct val="110000"/>
              </a:lnSpc>
            </a:pPr>
            <a:r>
              <a:rPr lang="zh-CN" altLang="en-US"/>
              <a:t>点击编辑，添加</a:t>
            </a:r>
            <a:r>
              <a:rPr lang="zh-CN" altLang="en-US">
                <a:latin typeface="Times New Roman" panose="02020503050405090304" pitchFamily="18" charset="0"/>
                <a:cs typeface="Times New Roman" panose="02020503050405090304" pitchFamily="18" charset="0"/>
              </a:rPr>
              <a:t>rtools4</a:t>
            </a:r>
            <a:r>
              <a:rPr lang="en-US" altLang="zh-CN">
                <a:latin typeface="Times New Roman" panose="02020503050405090304" pitchFamily="18" charset="0"/>
                <a:cs typeface="Times New Roman" panose="02020503050405090304" pitchFamily="18" charset="0"/>
              </a:rPr>
              <a:t>3</a:t>
            </a:r>
            <a:r>
              <a:rPr lang="zh-CN" altLang="en-US"/>
              <a:t>的</a:t>
            </a:r>
            <a:r>
              <a:rPr lang="zh-CN" altLang="en-US">
                <a:latin typeface="Times New Roman" panose="02020503050405090304" pitchFamily="18" charset="0"/>
                <a:cs typeface="Times New Roman" panose="02020503050405090304" pitchFamily="18" charset="0"/>
                <a:sym typeface="+mn-ea"/>
              </a:rPr>
              <a:t>bin</a:t>
            </a:r>
            <a:r>
              <a:rPr lang="zh-CN" altLang="en-US"/>
              <a:t>目录，以及</a:t>
            </a:r>
            <a:r>
              <a:rPr lang="zh-CN" altLang="en-US">
                <a:latin typeface="Times New Roman" panose="02020503050405090304" pitchFamily="18" charset="0"/>
                <a:cs typeface="Times New Roman" panose="02020503050405090304" pitchFamily="18" charset="0"/>
              </a:rPr>
              <a:t>rtools</a:t>
            </a:r>
            <a:r>
              <a:rPr lang="en-US" altLang="zh-CN">
                <a:latin typeface="Times New Roman" panose="02020503050405090304" pitchFamily="18" charset="0"/>
                <a:cs typeface="Times New Roman" panose="02020503050405090304" pitchFamily="18" charset="0"/>
              </a:rPr>
              <a:t>43</a:t>
            </a:r>
            <a:r>
              <a:rPr lang="zh-CN" altLang="en-US"/>
              <a:t>的</a:t>
            </a:r>
            <a:r>
              <a:rPr lang="zh-CN" altLang="en-US">
                <a:latin typeface="Times New Roman" panose="02020503050405090304" pitchFamily="18" charset="0"/>
                <a:cs typeface="Times New Roman" panose="02020503050405090304" pitchFamily="18" charset="0"/>
              </a:rPr>
              <a:t>usr/bin</a:t>
            </a:r>
            <a:r>
              <a:rPr lang="zh-CN" altLang="en-US"/>
              <a:t>目录</a:t>
            </a:r>
            <a:endParaRPr lang="zh-CN" altLang="en-US"/>
          </a:p>
          <a:p>
            <a:pPr>
              <a:lnSpc>
                <a:spcPct val="110000"/>
              </a:lnSpc>
            </a:pPr>
            <a:r>
              <a:rPr lang="zh-CN" altLang="en-US"/>
              <a:t>如</a:t>
            </a:r>
            <a:r>
              <a:rPr lang="en-US" altLang="zh-CN"/>
              <a:t>: </a:t>
            </a:r>
            <a:r>
              <a:rPr lang="en-US" altLang="zh-CN">
                <a:latin typeface="Times New Roman" panose="02020503050405090304" pitchFamily="18" charset="0"/>
                <a:cs typeface="Times New Roman" panose="02020503050405090304" pitchFamily="18" charset="0"/>
              </a:rPr>
              <a:t>D:\rtools43\bin, D:\rtools43\usr\bin</a:t>
            </a:r>
            <a:endParaRPr lang="en-US" altLang="zh-CN">
              <a:latin typeface="Times New Roman" panose="02020503050405090304" pitchFamily="18" charset="0"/>
              <a:cs typeface="Times New Roman" panose="0202050305040509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p:cNvPicPr>
            <a:picLocks noGrp="1" noChangeAspect="1"/>
          </p:cNvPicPr>
          <p:nvPr>
            <p:ph idx="1"/>
          </p:nvPr>
        </p:nvPicPr>
        <p:blipFill>
          <a:blip r:embed="rId1"/>
          <a:stretch>
            <a:fillRect/>
          </a:stretch>
        </p:blipFill>
        <p:spPr>
          <a:xfrm>
            <a:off x="3657183" y="1690688"/>
            <a:ext cx="4877633" cy="4351338"/>
          </a:xfrm>
          <a:prstGeom prst="rect">
            <a:avLst/>
          </a:prstGeom>
        </p:spPr>
      </p:pic>
      <p:sp>
        <p:nvSpPr>
          <p:cNvPr id="9" name="文本框 8"/>
          <p:cNvSpPr txBox="1"/>
          <p:nvPr/>
        </p:nvSpPr>
        <p:spPr>
          <a:xfrm>
            <a:off x="4817444" y="6042026"/>
            <a:ext cx="2557110" cy="523220"/>
          </a:xfrm>
          <a:prstGeom prst="rect">
            <a:avLst/>
          </a:prstGeom>
          <a:noFill/>
        </p:spPr>
        <p:txBody>
          <a:bodyPr wrap="none" rtlCol="0">
            <a:spAutoFit/>
          </a:bodyPr>
          <a:lstStyle/>
          <a:p>
            <a:r>
              <a:rPr lang="zh-CN" altLang="en-US" sz="2800" dirty="0">
                <a:latin typeface="Times New Roman" panose="02020503050405090304" pitchFamily="18" charset="0"/>
                <a:ea typeface="楷体" panose="02010609060101010101" pitchFamily="49" charset="-122"/>
              </a:rPr>
              <a:t>需要安装</a:t>
            </a:r>
            <a:r>
              <a:rPr lang="en-US" altLang="zh-CN" sz="2800" dirty="0" err="1">
                <a:latin typeface="Times New Roman" panose="02020503050405090304" pitchFamily="18" charset="0"/>
                <a:ea typeface="楷体" panose="02010609060101010101" pitchFamily="49" charset="-122"/>
              </a:rPr>
              <a:t>Xcode</a:t>
            </a:r>
            <a:endParaRPr lang="en-US" altLang="zh-CN" sz="2800" dirty="0">
              <a:latin typeface="Times New Roman" panose="02020503050405090304" pitchFamily="18" charset="0"/>
              <a:ea typeface="楷体" panose="02010609060101010101" pitchFamily="49" charset="-122"/>
            </a:endParaRPr>
          </a:p>
        </p:txBody>
      </p:sp>
      <p:sp>
        <p:nvSpPr>
          <p:cNvPr id="6"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3.8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配置</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Rtools Mac</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环境</a:t>
            </a:r>
            <a:endParaRPr lang="en-US" altLang="zh-CN" sz="36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lnSpc>
                <a:spcPct val="120000"/>
              </a:lnSpc>
              <a:buNone/>
            </a:pPr>
            <a:r>
              <a:rPr lang="zh-CN" altLang="en-US" b="1" dirty="0">
                <a:cs typeface="Times New Roman" panose="02020503050405090304" pitchFamily="18" charset="0"/>
              </a:rPr>
              <a:t>在</a:t>
            </a:r>
            <a:r>
              <a:rPr lang="en-US" altLang="zh-CN" b="1" dirty="0">
                <a:latin typeface="Times New Roman" panose="02020503050405090304" pitchFamily="18" charset="0"/>
                <a:cs typeface="Times New Roman" panose="02020503050405090304" pitchFamily="18" charset="0"/>
              </a:rPr>
              <a:t>console</a:t>
            </a:r>
            <a:r>
              <a:rPr lang="zh-CN" altLang="en-US" b="1" dirty="0">
                <a:cs typeface="Times New Roman" panose="02020503050405090304" pitchFamily="18" charset="0"/>
              </a:rPr>
              <a:t>中输入并运行 </a:t>
            </a:r>
            <a:endParaRPr lang="en-US" altLang="zh-CN" b="1" dirty="0">
              <a:cs typeface="Times New Roman" panose="02020503050405090304" pitchFamily="18" charset="0"/>
            </a:endParaRPr>
          </a:p>
          <a:p>
            <a:pPr marL="0" indent="0">
              <a:lnSpc>
                <a:spcPct val="120000"/>
              </a:lnSpc>
              <a:buNone/>
            </a:pPr>
            <a:r>
              <a:rPr lang="en-US" altLang="zh-CN" sz="2400" dirty="0">
                <a:latin typeface="Times New Roman" panose="02020503050405090304" pitchFamily="18" charset="0"/>
                <a:cs typeface="Times New Roman" panose="02020503050405090304" pitchFamily="18" charset="0"/>
              </a:rPr>
              <a:t>&gt; </a:t>
            </a:r>
            <a:r>
              <a:rPr lang="en-US" altLang="zh-CN" sz="2400" dirty="0">
                <a:latin typeface="Consolas" panose="020B0609020204030204" pitchFamily="49" charset="0"/>
                <a:cs typeface="Times New Roman" panose="02020503050405090304" pitchFamily="18" charset="0"/>
              </a:rPr>
              <a:t>system('where make’)</a:t>
            </a:r>
            <a:r>
              <a:rPr lang="zh-CN" altLang="en-US" sz="2400" dirty="0">
                <a:latin typeface="Consolas" panose="020B0609020204030204" pitchFamily="49" charset="0"/>
                <a:cs typeface="Times New Roman" panose="02020503050405090304" pitchFamily="18" charset="0"/>
              </a:rPr>
              <a:t> </a:t>
            </a:r>
            <a:r>
              <a:rPr lang="en-US" altLang="zh-CN" sz="2400" dirty="0">
                <a:latin typeface="Consolas" panose="020B0609020204030204" pitchFamily="49" charset="0"/>
                <a:cs typeface="Times New Roman" panose="02020503050405090304" pitchFamily="18" charset="0"/>
              </a:rPr>
              <a:t>or system("which make") </a:t>
            </a:r>
            <a:endParaRPr lang="en-US" altLang="zh-CN" sz="2400" dirty="0">
              <a:latin typeface="Consolas" panose="020B0609020204030204" pitchFamily="49" charset="0"/>
              <a:cs typeface="Times New Roman" panose="02020503050405090304" pitchFamily="18" charset="0"/>
            </a:endParaRPr>
          </a:p>
          <a:p>
            <a:pPr marL="0" indent="0">
              <a:lnSpc>
                <a:spcPct val="120000"/>
              </a:lnSpc>
              <a:buNone/>
            </a:pPr>
            <a:r>
              <a:rPr lang="en-US" altLang="zh-CN" sz="2400" dirty="0">
                <a:latin typeface="Times New Roman" panose="02020503050405090304" pitchFamily="18" charset="0"/>
                <a:cs typeface="Times New Roman" panose="02020503050405090304" pitchFamily="18" charset="0"/>
                <a:sym typeface="+mn-ea"/>
              </a:rPr>
              <a:t>&gt; </a:t>
            </a:r>
            <a:r>
              <a:rPr lang="en-US" altLang="zh-CN" sz="2400" dirty="0">
                <a:latin typeface="Consolas" panose="020B0609020204030204" pitchFamily="49" charset="0"/>
                <a:cs typeface="Times New Roman" panose="02020503050405090304" pitchFamily="18" charset="0"/>
                <a:sym typeface="+mn-ea"/>
              </a:rPr>
              <a:t>base::</a:t>
            </a:r>
            <a:r>
              <a:rPr lang="en-US" altLang="zh-CN" sz="2400" dirty="0" err="1">
                <a:latin typeface="Consolas" panose="020B0609020204030204" pitchFamily="49" charset="0"/>
                <a:cs typeface="Times New Roman" panose="02020503050405090304" pitchFamily="18" charset="0"/>
              </a:rPr>
              <a:t>sys.getenv</a:t>
            </a:r>
            <a:r>
              <a:rPr lang="en-US" altLang="zh-CN" sz="2400" dirty="0">
                <a:latin typeface="Consolas" panose="020B0609020204030204" pitchFamily="49" charset="0"/>
                <a:cs typeface="Times New Roman" panose="02020503050405090304" pitchFamily="18" charset="0"/>
              </a:rPr>
              <a:t>("PATH”) or system("echo $PATH")</a:t>
            </a:r>
            <a:endParaRPr lang="en-US" altLang="zh-CN" sz="2400" dirty="0">
              <a:latin typeface="Consolas" panose="020B0609020204030204" pitchFamily="49" charset="0"/>
              <a:cs typeface="Times New Roman" panose="02020503050405090304" pitchFamily="18" charset="0"/>
            </a:endParaRPr>
          </a:p>
          <a:p>
            <a:pPr marL="0" indent="0">
              <a:buNone/>
            </a:pPr>
            <a:endParaRPr lang="en-US" altLang="zh-CN" dirty="0">
              <a:latin typeface="Times New Roman" panose="02020503050405090304" pitchFamily="18" charset="0"/>
              <a:cs typeface="Times New Roman" panose="02020503050405090304" pitchFamily="18" charset="0"/>
            </a:endParaRPr>
          </a:p>
          <a:p>
            <a:pPr marL="0" indent="0">
              <a:buNone/>
            </a:pPr>
            <a:r>
              <a:rPr lang="zh-CN" altLang="en-US" b="1" dirty="0">
                <a:solidFill>
                  <a:srgbClr val="FF0000"/>
                </a:solidFill>
                <a:cs typeface="Times New Roman" panose="02020503050405090304" pitchFamily="18" charset="0"/>
              </a:rPr>
              <a:t>记得输入完成后，点击</a:t>
            </a:r>
            <a:r>
              <a:rPr lang="zh-CN" altLang="en-US" b="1" dirty="0">
                <a:solidFill>
                  <a:srgbClr val="FF0000"/>
                </a:solidFill>
                <a:latin typeface="Times New Roman" panose="02020503050405090304" pitchFamily="18" charset="0"/>
                <a:cs typeface="Times New Roman" panose="02020503050405090304" pitchFamily="18" charset="0"/>
              </a:rPr>
              <a:t>“</a:t>
            </a:r>
            <a:r>
              <a:rPr lang="en-US" altLang="zh-CN" b="1" dirty="0">
                <a:solidFill>
                  <a:srgbClr val="FF0000"/>
                </a:solidFill>
                <a:latin typeface="Times New Roman" panose="02020503050405090304" pitchFamily="18" charset="0"/>
                <a:cs typeface="Times New Roman" panose="02020503050405090304" pitchFamily="18" charset="0"/>
              </a:rPr>
              <a:t>Run</a:t>
            </a:r>
            <a:r>
              <a:rPr lang="zh-CN" altLang="en-US" b="1" dirty="0">
                <a:solidFill>
                  <a:srgbClr val="FF0000"/>
                </a:solidFill>
                <a:latin typeface="Times New Roman" panose="02020503050405090304" pitchFamily="18" charset="0"/>
                <a:cs typeface="Times New Roman" panose="02020503050405090304" pitchFamily="18" charset="0"/>
              </a:rPr>
              <a:t>”</a:t>
            </a:r>
            <a:endParaRPr lang="zh-CN" altLang="en-US" b="1" dirty="0">
              <a:solidFill>
                <a:srgbClr val="FF0000"/>
              </a:solidFill>
              <a:latin typeface="Times New Roman" panose="02020503050405090304" pitchFamily="18" charset="0"/>
              <a:cs typeface="Times New Roman" panose="02020503050405090304" pitchFamily="18" charset="0"/>
            </a:endParaRPr>
          </a:p>
        </p:txBody>
      </p:sp>
      <p:sp>
        <p:nvSpPr>
          <p:cNvPr id="6"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3.9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测试</a:t>
            </a:r>
            <a:r>
              <a:rPr lang="en-US" altLang="zh-CN" sz="3600" dirty="0" err="1">
                <a:latin typeface="Times New Roman" panose="02020503050405090304" pitchFamily="18" charset="0"/>
                <a:ea typeface="华文楷体" panose="02010600040101010101" pitchFamily="2" charset="-122"/>
                <a:cs typeface="Times New Roman" panose="02020503050405090304" pitchFamily="18" charset="0"/>
              </a:rPr>
              <a:t>Rtools</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配置环境</a:t>
            </a:r>
            <a:endParaRPr lang="en-US" altLang="zh-CN" sz="36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dirty="0"/>
              <a:t>正确结果：</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b="1" dirty="0">
              <a:solidFill>
                <a:srgbClr val="FF0000"/>
              </a:solidFill>
              <a:latin typeface="Times New Roman" panose="02020503050405090304" pitchFamily="18" charset="0"/>
            </a:endParaRPr>
          </a:p>
          <a:p>
            <a:pPr marL="0" indent="0">
              <a:buNone/>
            </a:pPr>
            <a:r>
              <a:rPr lang="zh-CN" altLang="en-US" b="1" dirty="0">
                <a:solidFill>
                  <a:srgbClr val="FF0000"/>
                </a:solidFill>
                <a:latin typeface="Times New Roman" panose="02020503050405090304" pitchFamily="18" charset="0"/>
              </a:rPr>
              <a:t>若无</a:t>
            </a:r>
            <a:r>
              <a:rPr lang="en-US" altLang="zh-CN" b="1" dirty="0" err="1">
                <a:solidFill>
                  <a:srgbClr val="FF0000"/>
                </a:solidFill>
                <a:latin typeface="Times New Roman" panose="02020503050405090304" pitchFamily="18" charset="0"/>
              </a:rPr>
              <a:t>rtools</a:t>
            </a:r>
            <a:r>
              <a:rPr lang="zh-CN" altLang="en-US" b="1" dirty="0">
                <a:solidFill>
                  <a:srgbClr val="FF0000"/>
                </a:solidFill>
                <a:latin typeface="Times New Roman" panose="02020503050405090304" pitchFamily="18" charset="0"/>
              </a:rPr>
              <a:t>路径，说明配置环境有问题</a:t>
            </a:r>
            <a:endParaRPr lang="zh-CN" altLang="en-US" b="1" dirty="0">
              <a:solidFill>
                <a:srgbClr val="FF0000"/>
              </a:solidFill>
              <a:latin typeface="Times New Roman" panose="02020503050405090304" pitchFamily="18" charset="0"/>
            </a:endParaRPr>
          </a:p>
          <a:p>
            <a:pPr marL="0" indent="0">
              <a:buNone/>
            </a:pPr>
            <a:endParaRPr lang="zh-CN" altLang="en-US" dirty="0"/>
          </a:p>
        </p:txBody>
      </p:sp>
      <p:sp>
        <p:nvSpPr>
          <p:cNvPr id="6"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3.9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测试</a:t>
            </a:r>
            <a:r>
              <a:rPr lang="en-US" altLang="zh-CN" sz="3600" dirty="0" err="1">
                <a:latin typeface="Times New Roman" panose="02020503050405090304" pitchFamily="18" charset="0"/>
                <a:ea typeface="华文楷体" panose="02010600040101010101" pitchFamily="2" charset="-122"/>
                <a:cs typeface="Times New Roman" panose="02020503050405090304" pitchFamily="18" charset="0"/>
              </a:rPr>
              <a:t>Rtools</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配置环境</a:t>
            </a:r>
            <a:endParaRPr lang="en-US" altLang="zh-CN" sz="3600" dirty="0"/>
          </a:p>
        </p:txBody>
      </p:sp>
      <p:pic>
        <p:nvPicPr>
          <p:cNvPr id="2" name="图片 1"/>
          <p:cNvPicPr>
            <a:picLocks noChangeAspect="1"/>
          </p:cNvPicPr>
          <p:nvPr>
            <p:custDataLst>
              <p:tags r:id="rId1"/>
            </p:custDataLst>
          </p:nvPr>
        </p:nvPicPr>
        <p:blipFill>
          <a:blip r:embed="rId2"/>
          <a:stretch>
            <a:fillRect/>
          </a:stretch>
        </p:blipFill>
        <p:spPr>
          <a:xfrm>
            <a:off x="1096645" y="2753995"/>
            <a:ext cx="10372725" cy="2027555"/>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4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通过和鲸使用</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endParaRPr lang="en-US" altLang="zh-CN" sz="3600" dirty="0">
              <a:latin typeface="Times New Roman" panose="02020503050405090304" pitchFamily="18" charset="0"/>
              <a:ea typeface="华文楷体" panose="02010600040101010101" pitchFamily="2" charset="-122"/>
              <a:cs typeface="Times New Roman" panose="02020503050405090304" pitchFamily="18" charset="0"/>
            </a:endParaRPr>
          </a:p>
        </p:txBody>
      </p:sp>
      <p:sp>
        <p:nvSpPr>
          <p:cNvPr id="3" name="文本框 2"/>
          <p:cNvSpPr txBox="1"/>
          <p:nvPr>
            <p:custDataLst>
              <p:tags r:id="rId1"/>
            </p:custDataLst>
          </p:nvPr>
        </p:nvSpPr>
        <p:spPr>
          <a:xfrm>
            <a:off x="427654" y="6338143"/>
            <a:ext cx="6038461" cy="368300"/>
          </a:xfrm>
          <a:prstGeom prst="rect">
            <a:avLst/>
          </a:prstGeom>
          <a:noFill/>
        </p:spPr>
        <p:txBody>
          <a:bodyPr wrap="square" rtlCol="0">
            <a:spAutoFit/>
          </a:bodyPr>
          <a:lstStyle/>
          <a:p>
            <a:r>
              <a:rPr lang="en-US" altLang="zh-CN" dirty="0">
                <a:latin typeface="Times New Roman" panose="02020503050405090304" pitchFamily="18" charset="0"/>
                <a:ea typeface="楷体" panose="02010609060101010101" pitchFamily="49" charset="-122"/>
                <a:cs typeface="Times New Roman" panose="02020503050405090304" pitchFamily="18" charset="0"/>
                <a:hlinkClick r:id="rId2"/>
              </a:rPr>
              <a:t>https://www.heywhale.com/home</a:t>
            </a:r>
            <a:endParaRPr lang="en-US" altLang="zh-CN" dirty="0">
              <a:latin typeface="Times New Roman" panose="02020503050405090304" pitchFamily="18" charset="0"/>
              <a:ea typeface="楷体" panose="02010609060101010101" pitchFamily="49" charset="-122"/>
              <a:cs typeface="Times New Roman" panose="02020503050405090304" pitchFamily="18" charset="0"/>
            </a:endParaRPr>
          </a:p>
        </p:txBody>
      </p:sp>
      <p:pic>
        <p:nvPicPr>
          <p:cNvPr id="4" name="图片 3"/>
          <p:cNvPicPr>
            <a:picLocks noChangeAspect="1"/>
          </p:cNvPicPr>
          <p:nvPr>
            <p:custDataLst>
              <p:tags r:id="rId3"/>
            </p:custDataLst>
          </p:nvPr>
        </p:nvPicPr>
        <p:blipFill>
          <a:blip r:embed="rId4"/>
          <a:srcRect t="1460"/>
          <a:stretch>
            <a:fillRect/>
          </a:stretch>
        </p:blipFill>
        <p:spPr>
          <a:xfrm>
            <a:off x="2885440" y="1299845"/>
            <a:ext cx="5836920" cy="3986530"/>
          </a:xfrm>
          <a:prstGeom prst="rect">
            <a:avLst/>
          </a:prstGeom>
        </p:spPr>
      </p:pic>
      <p:pic>
        <p:nvPicPr>
          <p:cNvPr id="8" name="图片 7"/>
          <p:cNvPicPr>
            <a:picLocks noChangeAspect="1"/>
          </p:cNvPicPr>
          <p:nvPr>
            <p:custDataLst>
              <p:tags r:id="rId5"/>
            </p:custDataLst>
          </p:nvPr>
        </p:nvPicPr>
        <p:blipFill>
          <a:blip r:embed="rId6"/>
          <a:stretch>
            <a:fillRect/>
          </a:stretch>
        </p:blipFill>
        <p:spPr>
          <a:xfrm>
            <a:off x="629285" y="4157980"/>
            <a:ext cx="11090910" cy="2124075"/>
          </a:xfrm>
          <a:prstGeom prst="rect">
            <a:avLst/>
          </a:prstGeom>
        </p:spPr>
      </p:pic>
      <p:sp>
        <p:nvSpPr>
          <p:cNvPr id="10" name="矩形 9"/>
          <p:cNvSpPr/>
          <p:nvPr>
            <p:custDataLst>
              <p:tags r:id="rId7"/>
            </p:custDataLst>
          </p:nvPr>
        </p:nvSpPr>
        <p:spPr>
          <a:xfrm>
            <a:off x="3341370" y="3629660"/>
            <a:ext cx="1504950" cy="36703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sp>
        <p:nvSpPr>
          <p:cNvPr id="11" name="矩形 10"/>
          <p:cNvSpPr/>
          <p:nvPr>
            <p:custDataLst>
              <p:tags r:id="rId8"/>
            </p:custDataLst>
          </p:nvPr>
        </p:nvSpPr>
        <p:spPr>
          <a:xfrm>
            <a:off x="8484870" y="5454015"/>
            <a:ext cx="3131185" cy="72580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楷体" panose="02010609060101010101" pitchFamily="49" charset="-122"/>
              <a:ea typeface="楷体" panose="02010609060101010101" pitchFamily="49"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4.1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如何通过和鲸使用</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endParaRPr lang="en-US" altLang="zh-CN" sz="3600" dirty="0">
              <a:latin typeface="Times New Roman" panose="02020503050405090304" pitchFamily="18" charset="0"/>
              <a:ea typeface="华文楷体" panose="02010600040101010101" pitchFamily="2" charset="-122"/>
              <a:cs typeface="Times New Roman" panose="02020503050405090304" pitchFamily="18" charset="0"/>
            </a:endParaRPr>
          </a:p>
        </p:txBody>
      </p:sp>
      <p:sp>
        <p:nvSpPr>
          <p:cNvPr id="3" name="文本框 2"/>
          <p:cNvSpPr txBox="1"/>
          <p:nvPr>
            <p:custDataLst>
              <p:tags r:id="rId1"/>
            </p:custDataLst>
          </p:nvPr>
        </p:nvSpPr>
        <p:spPr>
          <a:xfrm>
            <a:off x="427654" y="6338143"/>
            <a:ext cx="6038461" cy="368300"/>
          </a:xfrm>
          <a:prstGeom prst="rect">
            <a:avLst/>
          </a:prstGeom>
          <a:noFill/>
        </p:spPr>
        <p:txBody>
          <a:bodyPr wrap="square" rtlCol="0">
            <a:spAutoFit/>
          </a:bodyPr>
          <a:lstStyle/>
          <a:p>
            <a:r>
              <a:rPr lang="en-US" altLang="zh-CN" dirty="0">
                <a:latin typeface="Times New Roman" panose="02020503050405090304" pitchFamily="18" charset="0"/>
                <a:ea typeface="楷体" panose="02010609060101010101" pitchFamily="49" charset="-122"/>
                <a:cs typeface="Times New Roman" panose="02020503050405090304" pitchFamily="18" charset="0"/>
                <a:hlinkClick r:id="rId2"/>
              </a:rPr>
              <a:t>https://www.heywhale.com/home</a:t>
            </a:r>
            <a:endParaRPr lang="en-US" altLang="zh-CN" dirty="0">
              <a:latin typeface="Times New Roman" panose="02020503050405090304" pitchFamily="18" charset="0"/>
              <a:ea typeface="楷体" panose="02010609060101010101" pitchFamily="49" charset="-122"/>
              <a:cs typeface="Times New Roman" panose="02020503050405090304" pitchFamily="18" charset="0"/>
            </a:endParaRPr>
          </a:p>
        </p:txBody>
      </p:sp>
      <p:pic>
        <p:nvPicPr>
          <p:cNvPr id="2" name="图片 1"/>
          <p:cNvPicPr>
            <a:picLocks noChangeAspect="1"/>
          </p:cNvPicPr>
          <p:nvPr>
            <p:custDataLst>
              <p:tags r:id="rId3"/>
            </p:custDataLst>
          </p:nvPr>
        </p:nvPicPr>
        <p:blipFill>
          <a:blip r:embed="rId4"/>
          <a:stretch>
            <a:fillRect/>
          </a:stretch>
        </p:blipFill>
        <p:spPr>
          <a:xfrm>
            <a:off x="838200" y="1506220"/>
            <a:ext cx="4294505" cy="4419600"/>
          </a:xfrm>
          <a:prstGeom prst="rect">
            <a:avLst/>
          </a:prstGeom>
        </p:spPr>
      </p:pic>
      <p:pic>
        <p:nvPicPr>
          <p:cNvPr id="5" name="图片 4"/>
          <p:cNvPicPr>
            <a:picLocks noChangeAspect="1"/>
          </p:cNvPicPr>
          <p:nvPr>
            <p:custDataLst>
              <p:tags r:id="rId5"/>
            </p:custDataLst>
          </p:nvPr>
        </p:nvPicPr>
        <p:blipFill>
          <a:blip r:embed="rId6"/>
          <a:stretch>
            <a:fillRect/>
          </a:stretch>
        </p:blipFill>
        <p:spPr>
          <a:xfrm>
            <a:off x="4681855" y="1774825"/>
            <a:ext cx="7374255" cy="378079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4.1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如何通过和鲸使用</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endParaRPr lang="en-US" altLang="zh-CN" sz="3600" dirty="0">
              <a:latin typeface="Times New Roman" panose="02020503050405090304" pitchFamily="18" charset="0"/>
              <a:ea typeface="华文楷体" panose="02010600040101010101" pitchFamily="2" charset="-122"/>
              <a:cs typeface="Times New Roman" panose="02020503050405090304" pitchFamily="18" charset="0"/>
            </a:endParaRPr>
          </a:p>
        </p:txBody>
      </p:sp>
      <p:sp>
        <p:nvSpPr>
          <p:cNvPr id="3" name="文本框 2"/>
          <p:cNvSpPr txBox="1"/>
          <p:nvPr>
            <p:custDataLst>
              <p:tags r:id="rId1"/>
            </p:custDataLst>
          </p:nvPr>
        </p:nvSpPr>
        <p:spPr>
          <a:xfrm>
            <a:off x="427654" y="6338143"/>
            <a:ext cx="6038461" cy="368300"/>
          </a:xfrm>
          <a:prstGeom prst="rect">
            <a:avLst/>
          </a:prstGeom>
          <a:noFill/>
        </p:spPr>
        <p:txBody>
          <a:bodyPr wrap="square" rtlCol="0">
            <a:spAutoFit/>
          </a:bodyPr>
          <a:lstStyle/>
          <a:p>
            <a:r>
              <a:rPr lang="en-US" altLang="zh-CN" dirty="0">
                <a:latin typeface="Times New Roman" panose="02020503050405090304" pitchFamily="18" charset="0"/>
                <a:ea typeface="楷体" panose="02010609060101010101" pitchFamily="49" charset="-122"/>
                <a:cs typeface="Times New Roman" panose="02020503050405090304" pitchFamily="18" charset="0"/>
                <a:hlinkClick r:id="rId2"/>
              </a:rPr>
              <a:t>https://www.heywhale.com/home</a:t>
            </a:r>
            <a:endParaRPr lang="en-US" altLang="zh-CN" dirty="0">
              <a:latin typeface="Times New Roman" panose="02020503050405090304" pitchFamily="18" charset="0"/>
              <a:ea typeface="楷体" panose="02010609060101010101" pitchFamily="49" charset="-122"/>
              <a:cs typeface="Times New Roman" panose="02020503050405090304" pitchFamily="18" charset="0"/>
            </a:endParaRPr>
          </a:p>
        </p:txBody>
      </p:sp>
      <p:pic>
        <p:nvPicPr>
          <p:cNvPr id="2" name="图片 1"/>
          <p:cNvPicPr>
            <a:picLocks noChangeAspect="1"/>
          </p:cNvPicPr>
          <p:nvPr>
            <p:custDataLst>
              <p:tags r:id="rId3"/>
            </p:custDataLst>
          </p:nvPr>
        </p:nvPicPr>
        <p:blipFill>
          <a:blip r:embed="rId4"/>
          <a:stretch>
            <a:fillRect/>
          </a:stretch>
        </p:blipFill>
        <p:spPr>
          <a:xfrm>
            <a:off x="3159760" y="2529840"/>
            <a:ext cx="5198745" cy="204978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4.1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如何通过和鲸使用</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endParaRPr lang="en-US" altLang="zh-CN" sz="3600" dirty="0">
              <a:latin typeface="Times New Roman" panose="02020503050405090304" pitchFamily="18" charset="0"/>
              <a:ea typeface="华文楷体" panose="02010600040101010101" pitchFamily="2" charset="-122"/>
              <a:cs typeface="Times New Roman" panose="02020503050405090304" pitchFamily="18" charset="0"/>
            </a:endParaRPr>
          </a:p>
        </p:txBody>
      </p:sp>
      <p:sp>
        <p:nvSpPr>
          <p:cNvPr id="3" name="文本框 2"/>
          <p:cNvSpPr txBox="1"/>
          <p:nvPr>
            <p:custDataLst>
              <p:tags r:id="rId1"/>
            </p:custDataLst>
          </p:nvPr>
        </p:nvSpPr>
        <p:spPr>
          <a:xfrm>
            <a:off x="427654" y="6338143"/>
            <a:ext cx="6038461" cy="368300"/>
          </a:xfrm>
          <a:prstGeom prst="rect">
            <a:avLst/>
          </a:prstGeom>
          <a:noFill/>
        </p:spPr>
        <p:txBody>
          <a:bodyPr wrap="square" rtlCol="0">
            <a:spAutoFit/>
          </a:bodyPr>
          <a:lstStyle/>
          <a:p>
            <a:r>
              <a:rPr lang="en-US" altLang="zh-CN" dirty="0">
                <a:latin typeface="Times New Roman" panose="02020503050405090304" pitchFamily="18" charset="0"/>
                <a:ea typeface="楷体" panose="02010609060101010101" pitchFamily="49" charset="-122"/>
                <a:cs typeface="Times New Roman" panose="02020503050405090304" pitchFamily="18" charset="0"/>
                <a:hlinkClick r:id="rId2"/>
              </a:rPr>
              <a:t>https://www.heywhale.com/home</a:t>
            </a:r>
            <a:endParaRPr lang="en-US" altLang="zh-CN" dirty="0">
              <a:latin typeface="Times New Roman" panose="02020503050405090304" pitchFamily="18" charset="0"/>
              <a:ea typeface="楷体" panose="02010609060101010101" pitchFamily="49" charset="-122"/>
              <a:cs typeface="Times New Roman" panose="02020503050405090304" pitchFamily="18" charset="0"/>
            </a:endParaRPr>
          </a:p>
        </p:txBody>
      </p:sp>
      <p:pic>
        <p:nvPicPr>
          <p:cNvPr id="4" name="图片 3"/>
          <p:cNvPicPr>
            <a:picLocks noChangeAspect="1"/>
          </p:cNvPicPr>
          <p:nvPr>
            <p:custDataLst>
              <p:tags r:id="rId3"/>
            </p:custDataLst>
          </p:nvPr>
        </p:nvPicPr>
        <p:blipFill>
          <a:blip r:embed="rId4"/>
          <a:stretch>
            <a:fillRect/>
          </a:stretch>
        </p:blipFill>
        <p:spPr>
          <a:xfrm>
            <a:off x="1006475" y="1691005"/>
            <a:ext cx="9968230" cy="404368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4.1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如何通过和鲸使用</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endParaRPr lang="en-US" altLang="zh-CN" sz="3600" dirty="0">
              <a:latin typeface="Times New Roman" panose="02020503050405090304" pitchFamily="18" charset="0"/>
              <a:ea typeface="华文楷体" panose="02010600040101010101" pitchFamily="2" charset="-122"/>
              <a:cs typeface="Times New Roman" panose="02020503050405090304" pitchFamily="18" charset="0"/>
            </a:endParaRPr>
          </a:p>
        </p:txBody>
      </p:sp>
      <p:sp>
        <p:nvSpPr>
          <p:cNvPr id="3" name="文本框 2"/>
          <p:cNvSpPr txBox="1"/>
          <p:nvPr>
            <p:custDataLst>
              <p:tags r:id="rId1"/>
            </p:custDataLst>
          </p:nvPr>
        </p:nvSpPr>
        <p:spPr>
          <a:xfrm>
            <a:off x="427654" y="6338143"/>
            <a:ext cx="6038461" cy="368300"/>
          </a:xfrm>
          <a:prstGeom prst="rect">
            <a:avLst/>
          </a:prstGeom>
          <a:noFill/>
        </p:spPr>
        <p:txBody>
          <a:bodyPr wrap="square" rtlCol="0">
            <a:spAutoFit/>
          </a:bodyPr>
          <a:lstStyle/>
          <a:p>
            <a:r>
              <a:rPr lang="en-US" altLang="zh-CN" dirty="0">
                <a:latin typeface="Times New Roman" panose="02020503050405090304" pitchFamily="18" charset="0"/>
                <a:ea typeface="楷体" panose="02010609060101010101" pitchFamily="49" charset="-122"/>
                <a:cs typeface="Times New Roman" panose="02020503050405090304" pitchFamily="18" charset="0"/>
                <a:hlinkClick r:id="rId2"/>
              </a:rPr>
              <a:t>https://www.heywhale.com/home</a:t>
            </a:r>
            <a:endParaRPr lang="en-US" altLang="zh-CN" dirty="0">
              <a:latin typeface="Times New Roman" panose="02020503050405090304" pitchFamily="18" charset="0"/>
              <a:ea typeface="楷体" panose="02010609060101010101" pitchFamily="49" charset="-122"/>
              <a:cs typeface="Times New Roman" panose="02020503050405090304" pitchFamily="18" charset="0"/>
            </a:endParaRPr>
          </a:p>
        </p:txBody>
      </p:sp>
      <p:pic>
        <p:nvPicPr>
          <p:cNvPr id="2" name="图片 1"/>
          <p:cNvPicPr>
            <a:picLocks noChangeAspect="1"/>
          </p:cNvPicPr>
          <p:nvPr>
            <p:custDataLst>
              <p:tags r:id="rId3"/>
            </p:custDataLst>
          </p:nvPr>
        </p:nvPicPr>
        <p:blipFill>
          <a:blip r:embed="rId4"/>
          <a:stretch>
            <a:fillRect/>
          </a:stretch>
        </p:blipFill>
        <p:spPr>
          <a:xfrm>
            <a:off x="1289050" y="1480820"/>
            <a:ext cx="9164955" cy="4509770"/>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4.1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如何通过和鲸使用</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endParaRPr lang="en-US" altLang="zh-CN" sz="3600" dirty="0">
              <a:latin typeface="Times New Roman" panose="02020503050405090304" pitchFamily="18" charset="0"/>
              <a:ea typeface="华文楷体" panose="02010600040101010101" pitchFamily="2" charset="-122"/>
              <a:cs typeface="Times New Roman" panose="02020503050405090304" pitchFamily="18" charset="0"/>
            </a:endParaRPr>
          </a:p>
        </p:txBody>
      </p:sp>
      <p:sp>
        <p:nvSpPr>
          <p:cNvPr id="3" name="文本框 2"/>
          <p:cNvSpPr txBox="1"/>
          <p:nvPr>
            <p:custDataLst>
              <p:tags r:id="rId1"/>
            </p:custDataLst>
          </p:nvPr>
        </p:nvSpPr>
        <p:spPr>
          <a:xfrm>
            <a:off x="427654" y="6338143"/>
            <a:ext cx="6038461" cy="368300"/>
          </a:xfrm>
          <a:prstGeom prst="rect">
            <a:avLst/>
          </a:prstGeom>
          <a:noFill/>
        </p:spPr>
        <p:txBody>
          <a:bodyPr wrap="square" rtlCol="0">
            <a:spAutoFit/>
          </a:bodyPr>
          <a:lstStyle/>
          <a:p>
            <a:r>
              <a:rPr lang="en-US" altLang="zh-CN" dirty="0">
                <a:latin typeface="Times New Roman" panose="02020503050405090304" pitchFamily="18" charset="0"/>
                <a:ea typeface="楷体" panose="02010609060101010101" pitchFamily="49" charset="-122"/>
                <a:cs typeface="Times New Roman" panose="02020503050405090304" pitchFamily="18" charset="0"/>
                <a:hlinkClick r:id="rId2"/>
              </a:rPr>
              <a:t>https://www.heywhale.com/home</a:t>
            </a:r>
            <a:endParaRPr lang="en-US" altLang="zh-CN" dirty="0">
              <a:latin typeface="Times New Roman" panose="02020503050405090304" pitchFamily="18" charset="0"/>
              <a:ea typeface="楷体" panose="02010609060101010101" pitchFamily="49" charset="-122"/>
              <a:cs typeface="Times New Roman" panose="02020503050405090304" pitchFamily="18" charset="0"/>
            </a:endParaRPr>
          </a:p>
        </p:txBody>
      </p:sp>
      <p:pic>
        <p:nvPicPr>
          <p:cNvPr id="2" name="图片 1"/>
          <p:cNvPicPr>
            <a:picLocks noChangeAspect="1"/>
          </p:cNvPicPr>
          <p:nvPr>
            <p:custDataLst>
              <p:tags r:id="rId3"/>
            </p:custDataLst>
          </p:nvPr>
        </p:nvPicPr>
        <p:blipFill>
          <a:blip r:embed="rId4"/>
          <a:stretch>
            <a:fillRect/>
          </a:stretch>
        </p:blipFill>
        <p:spPr>
          <a:xfrm>
            <a:off x="923925" y="3387090"/>
            <a:ext cx="5657850" cy="1095375"/>
          </a:xfrm>
          <a:prstGeom prst="rect">
            <a:avLst/>
          </a:prstGeom>
        </p:spPr>
      </p:pic>
      <p:pic>
        <p:nvPicPr>
          <p:cNvPr id="4" name="图片 3"/>
          <p:cNvPicPr>
            <a:picLocks noChangeAspect="1"/>
          </p:cNvPicPr>
          <p:nvPr>
            <p:custDataLst>
              <p:tags r:id="rId5"/>
            </p:custDataLst>
          </p:nvPr>
        </p:nvPicPr>
        <p:blipFill>
          <a:blip r:embed="rId6"/>
          <a:stretch>
            <a:fillRect/>
          </a:stretch>
        </p:blipFill>
        <p:spPr>
          <a:xfrm>
            <a:off x="6809105" y="775335"/>
            <a:ext cx="3829050" cy="556260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4.1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如何通过和鲸使用</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endParaRPr lang="en-US" altLang="zh-CN" sz="3600" dirty="0">
              <a:latin typeface="Times New Roman" panose="02020503050405090304" pitchFamily="18" charset="0"/>
              <a:ea typeface="华文楷体" panose="02010600040101010101" pitchFamily="2" charset="-122"/>
              <a:cs typeface="Times New Roman" panose="02020503050405090304" pitchFamily="18" charset="0"/>
            </a:endParaRPr>
          </a:p>
        </p:txBody>
      </p:sp>
      <p:sp>
        <p:nvSpPr>
          <p:cNvPr id="3" name="文本框 2"/>
          <p:cNvSpPr txBox="1"/>
          <p:nvPr>
            <p:custDataLst>
              <p:tags r:id="rId1"/>
            </p:custDataLst>
          </p:nvPr>
        </p:nvSpPr>
        <p:spPr>
          <a:xfrm>
            <a:off x="427654" y="6338143"/>
            <a:ext cx="6038461" cy="368300"/>
          </a:xfrm>
          <a:prstGeom prst="rect">
            <a:avLst/>
          </a:prstGeom>
          <a:noFill/>
        </p:spPr>
        <p:txBody>
          <a:bodyPr wrap="square" rtlCol="0">
            <a:spAutoFit/>
          </a:bodyPr>
          <a:lstStyle/>
          <a:p>
            <a:r>
              <a:rPr lang="en-US" altLang="zh-CN" dirty="0">
                <a:latin typeface="Times New Roman" panose="02020503050405090304" pitchFamily="18" charset="0"/>
                <a:ea typeface="楷体" panose="02010609060101010101" pitchFamily="49" charset="-122"/>
                <a:cs typeface="Times New Roman" panose="02020503050405090304" pitchFamily="18" charset="0"/>
                <a:hlinkClick r:id="rId2"/>
              </a:rPr>
              <a:t>https://www.heywhale.com/home</a:t>
            </a:r>
            <a:endParaRPr lang="en-US" altLang="zh-CN" dirty="0">
              <a:latin typeface="Times New Roman" panose="02020503050405090304" pitchFamily="18" charset="0"/>
              <a:ea typeface="楷体" panose="02010609060101010101" pitchFamily="49" charset="-122"/>
              <a:cs typeface="Times New Roman" panose="02020503050405090304" pitchFamily="18" charset="0"/>
            </a:endParaRPr>
          </a:p>
        </p:txBody>
      </p:sp>
      <p:pic>
        <p:nvPicPr>
          <p:cNvPr id="2" name="图片 1"/>
          <p:cNvPicPr>
            <a:picLocks noChangeAspect="1"/>
          </p:cNvPicPr>
          <p:nvPr>
            <p:custDataLst>
              <p:tags r:id="rId3"/>
            </p:custDataLst>
          </p:nvPr>
        </p:nvPicPr>
        <p:blipFill>
          <a:blip r:embed="rId4"/>
          <a:stretch>
            <a:fillRect/>
          </a:stretch>
        </p:blipFill>
        <p:spPr>
          <a:xfrm>
            <a:off x="3169920" y="1614170"/>
            <a:ext cx="4943475" cy="1924050"/>
          </a:xfrm>
          <a:prstGeom prst="rect">
            <a:avLst/>
          </a:prstGeom>
        </p:spPr>
      </p:pic>
      <p:pic>
        <p:nvPicPr>
          <p:cNvPr id="4" name="图片 3"/>
          <p:cNvPicPr>
            <a:picLocks noChangeAspect="1"/>
          </p:cNvPicPr>
          <p:nvPr>
            <p:custDataLst>
              <p:tags r:id="rId5"/>
            </p:custDataLst>
          </p:nvPr>
        </p:nvPicPr>
        <p:blipFill>
          <a:blip r:embed="rId6"/>
          <a:stretch>
            <a:fillRect/>
          </a:stretch>
        </p:blipFill>
        <p:spPr>
          <a:xfrm>
            <a:off x="3078480" y="3924935"/>
            <a:ext cx="5126990" cy="1938020"/>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6"/>
          <p:cNvSpPr>
            <a:spLocks noGrp="1"/>
          </p:cNvSpPr>
          <p:nvPr>
            <p:ph type="title"/>
          </p:nvPr>
        </p:nvSpPr>
        <p:spPr>
          <a:xfrm>
            <a:off x="838200" y="365125"/>
            <a:ext cx="10515600" cy="1325563"/>
          </a:xfrm>
        </p:spPr>
        <p:txBody>
          <a:bodyPr anchor="ctr"/>
          <a:lstStyle/>
          <a:p>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4.1 </a:t>
            </a:r>
            <a:r>
              <a:rPr lang="zh-CN" altLang="en-US" sz="3600" dirty="0">
                <a:latin typeface="Times New Roman" panose="02020503050405090304" pitchFamily="18" charset="0"/>
                <a:ea typeface="华文楷体" panose="02010600040101010101" pitchFamily="2" charset="-122"/>
                <a:cs typeface="Times New Roman" panose="02020503050405090304" pitchFamily="18" charset="0"/>
              </a:rPr>
              <a:t>如何通过和鲸使用</a:t>
            </a:r>
            <a:r>
              <a:rPr lang="en-US" altLang="zh-CN" sz="3600" dirty="0">
                <a:latin typeface="Times New Roman" panose="02020503050405090304" pitchFamily="18" charset="0"/>
                <a:ea typeface="华文楷体" panose="02010600040101010101" pitchFamily="2" charset="-122"/>
                <a:cs typeface="Times New Roman" panose="02020503050405090304" pitchFamily="18" charset="0"/>
              </a:rPr>
              <a:t>R</a:t>
            </a:r>
            <a:endParaRPr lang="en-US" altLang="zh-CN" sz="3600" dirty="0">
              <a:latin typeface="Times New Roman" panose="02020503050405090304" pitchFamily="18" charset="0"/>
              <a:ea typeface="华文楷体" panose="02010600040101010101" pitchFamily="2" charset="-122"/>
              <a:cs typeface="Times New Roman" panose="02020503050405090304" pitchFamily="18" charset="0"/>
            </a:endParaRPr>
          </a:p>
        </p:txBody>
      </p:sp>
      <p:sp>
        <p:nvSpPr>
          <p:cNvPr id="3" name="文本框 2"/>
          <p:cNvSpPr txBox="1"/>
          <p:nvPr>
            <p:custDataLst>
              <p:tags r:id="rId1"/>
            </p:custDataLst>
          </p:nvPr>
        </p:nvSpPr>
        <p:spPr>
          <a:xfrm>
            <a:off x="427654" y="6338143"/>
            <a:ext cx="6038461" cy="368300"/>
          </a:xfrm>
          <a:prstGeom prst="rect">
            <a:avLst/>
          </a:prstGeom>
          <a:noFill/>
        </p:spPr>
        <p:txBody>
          <a:bodyPr wrap="square" rtlCol="0">
            <a:spAutoFit/>
          </a:bodyPr>
          <a:lstStyle/>
          <a:p>
            <a:r>
              <a:rPr lang="en-US" altLang="zh-CN" dirty="0">
                <a:latin typeface="Times New Roman" panose="02020503050405090304" pitchFamily="18" charset="0"/>
                <a:ea typeface="楷体" panose="02010609060101010101" pitchFamily="49" charset="-122"/>
                <a:cs typeface="Times New Roman" panose="02020503050405090304" pitchFamily="18" charset="0"/>
                <a:hlinkClick r:id="rId2"/>
              </a:rPr>
              <a:t>https://www.heywhale.com/home</a:t>
            </a:r>
            <a:endParaRPr lang="en-US" altLang="zh-CN" dirty="0">
              <a:latin typeface="Times New Roman" panose="02020503050405090304" pitchFamily="18" charset="0"/>
              <a:ea typeface="楷体" panose="02010609060101010101" pitchFamily="49" charset="-122"/>
              <a:cs typeface="Times New Roman" panose="02020503050405090304" pitchFamily="18" charset="0"/>
            </a:endParaRPr>
          </a:p>
        </p:txBody>
      </p:sp>
      <p:pic>
        <p:nvPicPr>
          <p:cNvPr id="4" name="图片 3"/>
          <p:cNvPicPr>
            <a:picLocks noChangeAspect="1"/>
          </p:cNvPicPr>
          <p:nvPr>
            <p:custDataLst>
              <p:tags r:id="rId3"/>
            </p:custDataLst>
          </p:nvPr>
        </p:nvPicPr>
        <p:blipFill>
          <a:blip r:embed="rId4"/>
          <a:stretch>
            <a:fillRect/>
          </a:stretch>
        </p:blipFill>
        <p:spPr>
          <a:xfrm>
            <a:off x="1071880" y="1691005"/>
            <a:ext cx="2505075" cy="676275"/>
          </a:xfrm>
          <a:prstGeom prst="rect">
            <a:avLst/>
          </a:prstGeom>
        </p:spPr>
      </p:pic>
      <p:pic>
        <p:nvPicPr>
          <p:cNvPr id="5" name="图片 4"/>
          <p:cNvPicPr>
            <a:picLocks noChangeAspect="1"/>
          </p:cNvPicPr>
          <p:nvPr>
            <p:custDataLst>
              <p:tags r:id="rId5"/>
            </p:custDataLst>
          </p:nvPr>
        </p:nvPicPr>
        <p:blipFill>
          <a:blip r:embed="rId6"/>
          <a:stretch>
            <a:fillRect/>
          </a:stretch>
        </p:blipFill>
        <p:spPr>
          <a:xfrm>
            <a:off x="1071880" y="2637790"/>
            <a:ext cx="8949690" cy="3298190"/>
          </a:xfrm>
          <a:prstGeom prst="rect">
            <a:avLst/>
          </a:prstGeom>
        </p:spPr>
      </p:pic>
      <p:pic>
        <p:nvPicPr>
          <p:cNvPr id="7" name="图片 6"/>
          <p:cNvPicPr>
            <a:picLocks noChangeAspect="1"/>
          </p:cNvPicPr>
          <p:nvPr>
            <p:custDataLst>
              <p:tags r:id="rId7"/>
            </p:custDataLst>
          </p:nvPr>
        </p:nvPicPr>
        <p:blipFill>
          <a:blip r:embed="rId8"/>
          <a:stretch>
            <a:fillRect/>
          </a:stretch>
        </p:blipFill>
        <p:spPr>
          <a:xfrm>
            <a:off x="6865620" y="824230"/>
            <a:ext cx="4067175" cy="434340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972297" y="4214213"/>
            <a:ext cx="3999609" cy="1323439"/>
          </a:xfrm>
          <a:prstGeom prst="rect">
            <a:avLst/>
          </a:prstGeom>
          <a:noFill/>
        </p:spPr>
        <p:txBody>
          <a:bodyPr wrap="square" rtlCol="0">
            <a:spAutoFit/>
          </a:bodyPr>
          <a:lstStyle/>
          <a:p>
            <a:r>
              <a:rPr lang="en-US" altLang="zh-CN" sz="8000" b="1" dirty="0">
                <a:latin typeface="Times New Roman" panose="02020503050405090304" pitchFamily="18" charset="0"/>
                <a:ea typeface="楷体" panose="02010609060101010101" pitchFamily="49" charset="-122"/>
                <a:cs typeface="Times New Roman" panose="02020503050405090304" pitchFamily="18" charset="0"/>
              </a:rPr>
              <a:t>Thanks</a:t>
            </a:r>
            <a:r>
              <a:rPr lang="zh-CN" altLang="en-US" sz="8000" b="1" dirty="0">
                <a:latin typeface="Times New Roman" panose="02020503050405090304" pitchFamily="18" charset="0"/>
                <a:ea typeface="楷体" panose="02010609060101010101" pitchFamily="49" charset="-122"/>
                <a:cs typeface="Times New Roman" panose="02020503050405090304" pitchFamily="18" charset="0"/>
              </a:rPr>
              <a:t>！</a:t>
            </a:r>
            <a:endParaRPr lang="zh-CN" altLang="en-US" sz="8000" b="1" dirty="0">
              <a:latin typeface="Times New Roman" panose="02020503050405090304" pitchFamily="18" charset="0"/>
              <a:ea typeface="楷体" panose="02010609060101010101" pitchFamily="49" charset="-122"/>
              <a:cs typeface="Times New Roman" panose="02020503050405090304" pitchFamily="18" charset="0"/>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COMMONDATA" val="eyJoZGlkIjoiMTkyOTg5OTk1ODNjODk5NjUzZjg3NzJjYTIyZjljYTkifQ=="/>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模板</Template>
  <TotalTime>0</TotalTime>
  <Words>9037</Words>
  <Application>WPS 文字</Application>
  <PresentationFormat>宽屏</PresentationFormat>
  <Paragraphs>574</Paragraphs>
  <Slides>95</Slides>
  <Notes>3</Notes>
  <HiddenSlides>0</HiddenSlides>
  <MMClips>0</MMClips>
  <ScaleCrop>false</ScaleCrop>
  <HeadingPairs>
    <vt:vector size="6" baseType="variant">
      <vt:variant>
        <vt:lpstr>已用的字体</vt:lpstr>
      </vt:variant>
      <vt:variant>
        <vt:i4>29</vt:i4>
      </vt:variant>
      <vt:variant>
        <vt:lpstr>主题</vt:lpstr>
      </vt:variant>
      <vt:variant>
        <vt:i4>4</vt:i4>
      </vt:variant>
      <vt:variant>
        <vt:lpstr>幻灯片标题</vt:lpstr>
      </vt:variant>
      <vt:variant>
        <vt:i4>95</vt:i4>
      </vt:variant>
    </vt:vector>
  </HeadingPairs>
  <TitlesOfParts>
    <vt:vector size="128" baseType="lpstr">
      <vt:lpstr>Arial</vt:lpstr>
      <vt:lpstr>宋体</vt:lpstr>
      <vt:lpstr>Wingdings</vt:lpstr>
      <vt:lpstr>楷体</vt:lpstr>
      <vt:lpstr>汉仪楷体KW</vt:lpstr>
      <vt:lpstr>Times New Roman</vt:lpstr>
      <vt:lpstr>汉仪书宋二KW</vt:lpstr>
      <vt:lpstr>黑体</vt:lpstr>
      <vt:lpstr>华文楷体</vt:lpstr>
      <vt:lpstr>STKaiti</vt:lpstr>
      <vt:lpstr>微软雅黑</vt:lpstr>
      <vt:lpstr>汉仪旗黑</vt:lpstr>
      <vt:lpstr>宋体</vt:lpstr>
      <vt:lpstr>Arial Unicode MS</vt:lpstr>
      <vt:lpstr>等线 Light</vt:lpstr>
      <vt:lpstr>汉仪中等线KW</vt:lpstr>
      <vt:lpstr>Calibri</vt:lpstr>
      <vt:lpstr>Helvetica Neue</vt:lpstr>
      <vt:lpstr>汉仪中黑KW</vt:lpstr>
      <vt:lpstr>等线</vt:lpstr>
      <vt:lpstr>PMingLiU</vt:lpstr>
      <vt:lpstr>宋体-繁</vt:lpstr>
      <vt:lpstr>Times New Roman Regular</vt:lpstr>
      <vt:lpstr>楷体</vt:lpstr>
      <vt:lpstr>Monaco</vt:lpstr>
      <vt:lpstr>Consolas</vt:lpstr>
      <vt:lpstr>苹方-简</vt:lpstr>
      <vt:lpstr>Monaco</vt:lpstr>
      <vt:lpstr>黑体</vt:lpstr>
      <vt:lpstr>自定义设计方案</vt:lpstr>
      <vt:lpstr>1_自定义设计方案</vt:lpstr>
      <vt:lpstr>自定义设计方案</vt:lpstr>
      <vt:lpstr>1_自定义设计方案</vt:lpstr>
      <vt:lpstr>PowerPoint 演示文稿</vt:lpstr>
      <vt:lpstr>第二讲 开始使用R</vt:lpstr>
      <vt:lpstr>数据分析的出发点：问题</vt:lpstr>
      <vt:lpstr>PowerPoint 演示文稿</vt:lpstr>
      <vt:lpstr>我们的问题是？</vt:lpstr>
      <vt:lpstr>我们的问题是？</vt:lpstr>
      <vt:lpstr>1. 本课程中拟解决的数据分析问题</vt:lpstr>
      <vt:lpstr>1. 本课程中拟解决的数据分析问题</vt:lpstr>
      <vt:lpstr>1. 本课程中拟解决的数据分析问题</vt:lpstr>
      <vt:lpstr>1. 本课程中拟解决的数据分析问题</vt:lpstr>
      <vt:lpstr>1. 本课程中拟解决的数据分析问题</vt:lpstr>
      <vt:lpstr>1. 本课程中拟解决的数据分析问题</vt:lpstr>
      <vt:lpstr>1. 本课程中拟解决的数据分析问题</vt:lpstr>
      <vt:lpstr>1. 本课程中拟解决的数据分析问题</vt:lpstr>
      <vt:lpstr>1. 本课程中拟解决的数据分析问题</vt:lpstr>
      <vt:lpstr>1. 本课程中拟解决的数据分析问题</vt:lpstr>
      <vt:lpstr>1. 本课程中拟解决的数据分析问题</vt:lpstr>
      <vt:lpstr>1. 本课程中拟解决的数据分析问题是？</vt:lpstr>
      <vt:lpstr>1. 本课程中拟解决的数据分析问题是？</vt:lpstr>
      <vt:lpstr>1. 本课程中拟解决的数据分析问题是？</vt:lpstr>
      <vt:lpstr>1. 本课程中拟解决的数据分析问题是？</vt:lpstr>
      <vt:lpstr>1. 本课程中拟解决的数据分析问题是？</vt:lpstr>
      <vt:lpstr>R的优势?</vt:lpstr>
      <vt:lpstr>PowerPoint 演示文稿</vt:lpstr>
      <vt:lpstr>PowerPoint 演示文稿</vt:lpstr>
      <vt:lpstr>PowerPoint 演示文稿</vt:lpstr>
      <vt:lpstr>PowerPoint 演示文稿</vt:lpstr>
      <vt:lpstr>2.0 如何安装OpenCode？</vt:lpstr>
      <vt:lpstr>2. 如何安装OpenCode？</vt:lpstr>
      <vt:lpstr>2.0 OpenCode必备插件：oh-my-opencode</vt:lpstr>
      <vt:lpstr>2.0 如何安装OpenCode插件oh-my-opencode？</vt:lpstr>
      <vt:lpstr>2.0 Another option: ClaudeCode安装</vt:lpstr>
      <vt:lpstr>2.1 如何安装R? Open Code, Agent Prompt版</vt:lpstr>
      <vt:lpstr>2.1 如何安装R? Open Code, Agent Prompt版</vt:lpstr>
      <vt:lpstr>2.1 如何安装R? Open Code, Agent Prompt版</vt:lpstr>
      <vt:lpstr>2.1 如何安装R? Open Code, Agent Prompt版</vt:lpstr>
      <vt:lpstr>2.1 如何安装R？</vt:lpstr>
      <vt:lpstr>2.1 如何安装R？</vt:lpstr>
      <vt:lpstr>2.1 如何安装R？</vt:lpstr>
      <vt:lpstr>2.1 如何安装R？</vt:lpstr>
      <vt:lpstr>2.1 如何安装R？</vt:lpstr>
      <vt:lpstr>2.1 如何安装R？</vt:lpstr>
      <vt:lpstr>2.1 如何安装R？</vt:lpstr>
      <vt:lpstr>2.1 如何安装R？</vt:lpstr>
      <vt:lpstr>2.1 如何安装R？</vt:lpstr>
      <vt:lpstr>2.1 如何安装R？</vt:lpstr>
      <vt:lpstr>2.2 R console（控制台）</vt:lpstr>
      <vt:lpstr>2.2 R console（命令行控制台）</vt:lpstr>
      <vt:lpstr>2.3 R console的局限</vt:lpstr>
      <vt:lpstr>3.1 如何方便使用？Rstudio安装与界面介绍</vt:lpstr>
      <vt:lpstr>3.1 如何方便使用？Rstudio安装与界面介绍</vt:lpstr>
      <vt:lpstr>3.1 如何方便使用？Rstudio安装与界面介绍</vt:lpstr>
      <vt:lpstr>3.1 如何方便使用？Rstudio安装与界面介绍</vt:lpstr>
      <vt:lpstr>3.1 如何方便使用？Rstudio安装与界面介绍</vt:lpstr>
      <vt:lpstr>3.2 Rstudio界面介绍</vt:lpstr>
      <vt:lpstr>3.3 如何创建新项目</vt:lpstr>
      <vt:lpstr>3.3 如何创建新项目</vt:lpstr>
      <vt:lpstr>3.3 如何创建新项目</vt:lpstr>
      <vt:lpstr>3.3 如何创建新项目</vt:lpstr>
      <vt:lpstr>3.3 如何创建新项目</vt:lpstr>
      <vt:lpstr>PowerPoint 演示文稿</vt:lpstr>
      <vt:lpstr>3.4  Rstudio的界面</vt:lpstr>
      <vt:lpstr>3.4  Rstudio的界面</vt:lpstr>
      <vt:lpstr>3.4  Rstudio的界面</vt:lpstr>
      <vt:lpstr>3.4  Rstudio的界面</vt:lpstr>
      <vt:lpstr>3.5 测试Rstudio</vt:lpstr>
      <vt:lpstr>3.5 测试Rstudio</vt:lpstr>
      <vt:lpstr>3.5 测试Rstudio</vt:lpstr>
      <vt:lpstr>PowerPoint 演示文稿</vt:lpstr>
      <vt:lpstr>PowerPoint 演示文稿</vt:lpstr>
      <vt:lpstr>PowerPoint 演示文稿</vt:lpstr>
      <vt:lpstr>PowerPoint 演示文稿</vt:lpstr>
      <vt:lpstr>3.6 包（packages）的介绍与调用</vt:lpstr>
      <vt:lpstr>3.6 包（packages）的介绍与调用</vt:lpstr>
      <vt:lpstr>3.6 包（packages）的介绍与调用</vt:lpstr>
      <vt:lpstr>3.6 包（packages）的介绍与调用</vt:lpstr>
      <vt:lpstr>3.6 包（packages）的介绍与调用</vt:lpstr>
      <vt:lpstr>3.7 镜像的选择</vt:lpstr>
      <vt:lpstr>3.7 镜像的选择</vt:lpstr>
      <vt:lpstr>3.8 安装Rtools (Windows)</vt:lpstr>
      <vt:lpstr>3.8 安装Rtools (Windows)</vt:lpstr>
      <vt:lpstr>3.8 安装Rtools (Windows)</vt:lpstr>
      <vt:lpstr>3.8.1 配置Rtools Windows环境</vt:lpstr>
      <vt:lpstr>3.8.2 配置Rtools Mac环境</vt:lpstr>
      <vt:lpstr>3.9 测试Rtools配置环境</vt:lpstr>
      <vt:lpstr>3.9 测试Rtools配置环境</vt:lpstr>
      <vt:lpstr>4.1 如何通过和鲸使用R</vt:lpstr>
      <vt:lpstr>4.1 如何通过和鲸使用R</vt:lpstr>
      <vt:lpstr>4.1 如何通过和鲸使用R</vt:lpstr>
      <vt:lpstr>4.1 如何通过和鲸使用R</vt:lpstr>
      <vt:lpstr>4.1 如何通过和鲸使用R</vt:lpstr>
      <vt:lpstr>4.1 如何通过和鲸使用R</vt:lpstr>
      <vt:lpstr>4.1 如何通过和鲸使用R</vt:lpstr>
      <vt:lpstr>4.1 如何通过和鲸使用R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 for Psychologist:  From Data Analysis to Publishing</dc:title>
  <dc:creator>510236062@qq.com</dc:creator>
  <cp:lastModifiedBy>孙心茹</cp:lastModifiedBy>
  <cp:revision>111</cp:revision>
  <dcterms:created xsi:type="dcterms:W3CDTF">2026-03-10T08:09:05Z</dcterms:created>
  <dcterms:modified xsi:type="dcterms:W3CDTF">2026-03-10T08:09:05Z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B4482D740C4B45778886F8E6E6F5F91D_12</vt:lpwstr>
  </property>
  <property fmtid="{D5CDD505-2E9C-101B-9397-08002B2CF9AE}" pid="3" name="KSOProductBuildVer">
    <vt:lpwstr>2052-6.10.1.8873</vt:lpwstr>
  </property>
</Properties>
</file>