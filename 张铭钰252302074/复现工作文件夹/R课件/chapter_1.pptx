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69" r:id="rId2"/>
    <p:sldId id="353" r:id="rId3"/>
    <p:sldId id="356" r:id="rId4"/>
    <p:sldId id="274" r:id="rId5"/>
    <p:sldId id="306" r:id="rId6"/>
    <p:sldId id="307" r:id="rId7"/>
    <p:sldId id="308" r:id="rId8"/>
    <p:sldId id="311" r:id="rId9"/>
    <p:sldId id="328" r:id="rId10"/>
    <p:sldId id="313" r:id="rId11"/>
    <p:sldId id="314" r:id="rId12"/>
    <p:sldId id="357" r:id="rId13"/>
    <p:sldId id="358" r:id="rId14"/>
    <p:sldId id="321" r:id="rId15"/>
    <p:sldId id="329" r:id="rId16"/>
    <p:sldId id="272" r:id="rId17"/>
    <p:sldId id="330" r:id="rId18"/>
    <p:sldId id="331" r:id="rId19"/>
    <p:sldId id="332" r:id="rId20"/>
    <p:sldId id="333" r:id="rId21"/>
    <p:sldId id="337" r:id="rId22"/>
    <p:sldId id="359" r:id="rId23"/>
    <p:sldId id="336" r:id="rId24"/>
    <p:sldId id="338" r:id="rId25"/>
    <p:sldId id="271" r:id="rId26"/>
    <p:sldId id="317" r:id="rId27"/>
    <p:sldId id="319" r:id="rId28"/>
    <p:sldId id="339" r:id="rId29"/>
    <p:sldId id="322" r:id="rId30"/>
    <p:sldId id="340" r:id="rId31"/>
    <p:sldId id="341" r:id="rId32"/>
    <p:sldId id="342" r:id="rId33"/>
    <p:sldId id="343" r:id="rId34"/>
    <p:sldId id="344" r:id="rId35"/>
    <p:sldId id="277" r:id="rId36"/>
    <p:sldId id="300" r:id="rId37"/>
    <p:sldId id="256" r:id="rId38"/>
    <p:sldId id="326" r:id="rId39"/>
    <p:sldId id="327" r:id="rId40"/>
    <p:sldId id="325" r:id="rId41"/>
    <p:sldId id="345" r:id="rId42"/>
    <p:sldId id="291" r:id="rId43"/>
    <p:sldId id="292" r:id="rId44"/>
    <p:sldId id="258" r:id="rId45"/>
    <p:sldId id="346" r:id="rId46"/>
    <p:sldId id="301" r:id="rId47"/>
    <p:sldId id="299" r:id="rId48"/>
    <p:sldId id="260" r:id="rId49"/>
    <p:sldId id="351" r:id="rId50"/>
    <p:sldId id="262" r:id="rId51"/>
    <p:sldId id="302" r:id="rId52"/>
    <p:sldId id="264" r:id="rId53"/>
    <p:sldId id="266" r:id="rId54"/>
    <p:sldId id="267" r:id="rId55"/>
    <p:sldId id="352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2B5498"/>
    <a:srgbClr val="76AADA"/>
    <a:srgbClr val="295BA3"/>
    <a:srgbClr val="7BC451"/>
    <a:srgbClr val="8E9567"/>
    <a:srgbClr val="98AFF7"/>
    <a:srgbClr val="EE8F92"/>
    <a:srgbClr val="D35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95" autoAdjust="0"/>
  </p:normalViewPr>
  <p:slideViewPr>
    <p:cSldViewPr snapToGrid="0">
      <p:cViewPr varScale="1">
        <p:scale>
          <a:sx n="113" d="100"/>
          <a:sy n="113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Chuan-Peng" userId="b3f3f6a417be6905" providerId="LiveId" clId="{9DF6FB55-921A-674C-B026-C1F7B968792E}"/>
    <pc:docChg chg="undo custSel addSld delSld modSld">
      <pc:chgData name="Hu Chuan-Peng" userId="b3f3f6a417be6905" providerId="LiveId" clId="{9DF6FB55-921A-674C-B026-C1F7B968792E}" dt="2024-02-28T10:06:32.864" v="977" actId="1076"/>
      <pc:docMkLst>
        <pc:docMk/>
      </pc:docMkLst>
      <pc:sldChg chg="modSp mod">
        <pc:chgData name="Hu Chuan-Peng" userId="b3f3f6a417be6905" providerId="LiveId" clId="{9DF6FB55-921A-674C-B026-C1F7B968792E}" dt="2024-02-28T06:16:50.235" v="193" actId="207"/>
        <pc:sldMkLst>
          <pc:docMk/>
          <pc:sldMk cId="4138781514" sldId="258"/>
        </pc:sldMkLst>
        <pc:spChg chg="mod">
          <ac:chgData name="Hu Chuan-Peng" userId="b3f3f6a417be6905" providerId="LiveId" clId="{9DF6FB55-921A-674C-B026-C1F7B968792E}" dt="2024-02-28T06:16:50.235" v="193" actId="207"/>
          <ac:spMkLst>
            <pc:docMk/>
            <pc:sldMk cId="4138781514" sldId="258"/>
            <ac:spMk id="3" creationId="{00000000-0000-0000-0000-000000000000}"/>
          </ac:spMkLst>
        </pc:spChg>
      </pc:sldChg>
      <pc:sldChg chg="modSp mod">
        <pc:chgData name="Hu Chuan-Peng" userId="b3f3f6a417be6905" providerId="LiveId" clId="{9DF6FB55-921A-674C-B026-C1F7B968792E}" dt="2024-02-28T09:47:14.455" v="921" actId="5793"/>
        <pc:sldMkLst>
          <pc:docMk/>
          <pc:sldMk cId="1374431123" sldId="262"/>
        </pc:sldMkLst>
        <pc:spChg chg="mod">
          <ac:chgData name="Hu Chuan-Peng" userId="b3f3f6a417be6905" providerId="LiveId" clId="{9DF6FB55-921A-674C-B026-C1F7B968792E}" dt="2024-02-28T09:47:14.455" v="921" actId="5793"/>
          <ac:spMkLst>
            <pc:docMk/>
            <pc:sldMk cId="1374431123" sldId="262"/>
            <ac:spMk id="4" creationId="{1C619C0B-E7F6-DE08-0031-AD7FE7448E03}"/>
          </ac:spMkLst>
        </pc:spChg>
        <pc:picChg chg="mod">
          <ac:chgData name="Hu Chuan-Peng" userId="b3f3f6a417be6905" providerId="LiveId" clId="{9DF6FB55-921A-674C-B026-C1F7B968792E}" dt="2024-02-28T09:45:55.480" v="702" actId="1076"/>
          <ac:picMkLst>
            <pc:docMk/>
            <pc:sldMk cId="1374431123" sldId="262"/>
            <ac:picMk id="6150" creationId="{00000000-0000-0000-0000-000000000000}"/>
          </ac:picMkLst>
        </pc:picChg>
      </pc:sldChg>
      <pc:sldChg chg="modSp mod">
        <pc:chgData name="Hu Chuan-Peng" userId="b3f3f6a417be6905" providerId="LiveId" clId="{9DF6FB55-921A-674C-B026-C1F7B968792E}" dt="2024-02-28T06:22:35.715" v="589" actId="20577"/>
        <pc:sldMkLst>
          <pc:docMk/>
          <pc:sldMk cId="4027434718" sldId="264"/>
        </pc:sldMkLst>
        <pc:spChg chg="mod">
          <ac:chgData name="Hu Chuan-Peng" userId="b3f3f6a417be6905" providerId="LiveId" clId="{9DF6FB55-921A-674C-B026-C1F7B968792E}" dt="2024-02-28T06:22:35.715" v="589" actId="20577"/>
          <ac:spMkLst>
            <pc:docMk/>
            <pc:sldMk cId="4027434718" sldId="264"/>
            <ac:spMk id="8" creationId="{C3096323-A5E0-B376-EB9A-AADEB1F98EFE}"/>
          </ac:spMkLst>
        </pc:spChg>
      </pc:sldChg>
      <pc:sldChg chg="modSp mod">
        <pc:chgData name="Hu Chuan-Peng" userId="b3f3f6a417be6905" providerId="LiveId" clId="{9DF6FB55-921A-674C-B026-C1F7B968792E}" dt="2024-02-28T06:20:44.314" v="397" actId="20577"/>
        <pc:sldMkLst>
          <pc:docMk/>
          <pc:sldMk cId="3463226631" sldId="267"/>
        </pc:sldMkLst>
        <pc:spChg chg="mod">
          <ac:chgData name="Hu Chuan-Peng" userId="b3f3f6a417be6905" providerId="LiveId" clId="{9DF6FB55-921A-674C-B026-C1F7B968792E}" dt="2024-02-28T06:20:44.314" v="397" actId="20577"/>
          <ac:spMkLst>
            <pc:docMk/>
            <pc:sldMk cId="3463226631" sldId="267"/>
            <ac:spMk id="5" creationId="{0C769FB7-69F6-D589-065E-D0845074B661}"/>
          </ac:spMkLst>
        </pc:spChg>
      </pc:sldChg>
      <pc:sldChg chg="del">
        <pc:chgData name="Hu Chuan-Peng" userId="b3f3f6a417be6905" providerId="LiveId" clId="{9DF6FB55-921A-674C-B026-C1F7B968792E}" dt="2024-02-28T06:32:00.030" v="608" actId="2696"/>
        <pc:sldMkLst>
          <pc:docMk/>
          <pc:sldMk cId="267659987" sldId="268"/>
        </pc:sldMkLst>
      </pc:sldChg>
      <pc:sldChg chg="delSp mod">
        <pc:chgData name="Hu Chuan-Peng" userId="b3f3f6a417be6905" providerId="LiveId" clId="{9DF6FB55-921A-674C-B026-C1F7B968792E}" dt="2024-02-28T04:43:57.550" v="28" actId="478"/>
        <pc:sldMkLst>
          <pc:docMk/>
          <pc:sldMk cId="2209535496" sldId="271"/>
        </pc:sldMkLst>
        <pc:spChg chg="del">
          <ac:chgData name="Hu Chuan-Peng" userId="b3f3f6a417be6905" providerId="LiveId" clId="{9DF6FB55-921A-674C-B026-C1F7B968792E}" dt="2024-02-28T04:43:54.977" v="27" actId="478"/>
          <ac:spMkLst>
            <pc:docMk/>
            <pc:sldMk cId="2209535496" sldId="271"/>
            <ac:spMk id="3" creationId="{00000000-0000-0000-0000-000000000000}"/>
          </ac:spMkLst>
        </pc:spChg>
        <pc:spChg chg="del">
          <ac:chgData name="Hu Chuan-Peng" userId="b3f3f6a417be6905" providerId="LiveId" clId="{9DF6FB55-921A-674C-B026-C1F7B968792E}" dt="2024-02-28T04:43:57.550" v="28" actId="478"/>
          <ac:spMkLst>
            <pc:docMk/>
            <pc:sldMk cId="2209535496" sldId="271"/>
            <ac:spMk id="10" creationId="{00000000-0000-0000-0000-000000000000}"/>
          </ac:spMkLst>
        </pc:spChg>
      </pc:sldChg>
      <pc:sldChg chg="addSp delSp modSp del mod">
        <pc:chgData name="Hu Chuan-Peng" userId="b3f3f6a417be6905" providerId="LiveId" clId="{9DF6FB55-921A-674C-B026-C1F7B968792E}" dt="2024-02-28T10:04:04.557" v="930" actId="2696"/>
        <pc:sldMkLst>
          <pc:docMk/>
          <pc:sldMk cId="1457717353" sldId="274"/>
        </pc:sldMkLst>
        <pc:spChg chg="add del">
          <ac:chgData name="Hu Chuan-Peng" userId="b3f3f6a417be6905" providerId="LiveId" clId="{9DF6FB55-921A-674C-B026-C1F7B968792E}" dt="2024-02-28T06:26:35.701" v="591"/>
          <ac:spMkLst>
            <pc:docMk/>
            <pc:sldMk cId="1457717353" sldId="274"/>
            <ac:spMk id="4" creationId="{615A259B-3EF7-5B59-D27F-5BB6DA9FE2B0}"/>
          </ac:spMkLst>
        </pc:spChg>
        <pc:spChg chg="del">
          <ac:chgData name="Hu Chuan-Peng" userId="b3f3f6a417be6905" providerId="LiveId" clId="{9DF6FB55-921A-674C-B026-C1F7B968792E}" dt="2024-02-28T06:28:28.461" v="601" actId="478"/>
          <ac:spMkLst>
            <pc:docMk/>
            <pc:sldMk cId="1457717353" sldId="274"/>
            <ac:spMk id="8" creationId="{54761862-1DDB-5598-81EA-DDF150995039}"/>
          </ac:spMkLst>
        </pc:spChg>
        <pc:picChg chg="del mod">
          <ac:chgData name="Hu Chuan-Peng" userId="b3f3f6a417be6905" providerId="LiveId" clId="{9DF6FB55-921A-674C-B026-C1F7B968792E}" dt="2024-02-28T06:28:26.547" v="600" actId="478"/>
          <ac:picMkLst>
            <pc:docMk/>
            <pc:sldMk cId="1457717353" sldId="274"/>
            <ac:picMk id="6" creationId="{852BBD53-58FC-618A-D1E3-420C2EC662EE}"/>
          </ac:picMkLst>
        </pc:picChg>
        <pc:picChg chg="add mod">
          <ac:chgData name="Hu Chuan-Peng" userId="b3f3f6a417be6905" providerId="LiveId" clId="{9DF6FB55-921A-674C-B026-C1F7B968792E}" dt="2024-02-28T06:28:20.251" v="597" actId="1076"/>
          <ac:picMkLst>
            <pc:docMk/>
            <pc:sldMk cId="1457717353" sldId="274"/>
            <ac:picMk id="2052" creationId="{BB99AEA2-07D2-0F6B-0FAB-187984E1A22A}"/>
          </ac:picMkLst>
        </pc:picChg>
      </pc:sldChg>
      <pc:sldChg chg="addSp delSp modSp add mod">
        <pc:chgData name="Hu Chuan-Peng" userId="b3f3f6a417be6905" providerId="LiveId" clId="{9DF6FB55-921A-674C-B026-C1F7B968792E}" dt="2024-02-28T10:06:32.864" v="977" actId="1076"/>
        <pc:sldMkLst>
          <pc:docMk/>
          <pc:sldMk cId="3048225612" sldId="274"/>
        </pc:sldMkLst>
        <pc:spChg chg="mod">
          <ac:chgData name="Hu Chuan-Peng" userId="b3f3f6a417be6905" providerId="LiveId" clId="{9DF6FB55-921A-674C-B026-C1F7B968792E}" dt="2024-02-28T10:06:17.947" v="973" actId="2711"/>
          <ac:spMkLst>
            <pc:docMk/>
            <pc:sldMk cId="3048225612" sldId="274"/>
            <ac:spMk id="2" creationId="{851C59D2-73A5-C61B-7029-3BCF29BA0530}"/>
          </ac:spMkLst>
        </pc:spChg>
        <pc:spChg chg="del mod">
          <ac:chgData name="Hu Chuan-Peng" userId="b3f3f6a417be6905" providerId="LiveId" clId="{9DF6FB55-921A-674C-B026-C1F7B968792E}" dt="2024-02-28T10:06:05.108" v="969"/>
          <ac:spMkLst>
            <pc:docMk/>
            <pc:sldMk cId="3048225612" sldId="274"/>
            <ac:spMk id="3" creationId="{66AE31D7-7D13-9587-0B69-82C873B74F0F}"/>
          </ac:spMkLst>
        </pc:spChg>
        <pc:picChg chg="mod">
          <ac:chgData name="Hu Chuan-Peng" userId="b3f3f6a417be6905" providerId="LiveId" clId="{9DF6FB55-921A-674C-B026-C1F7B968792E}" dt="2024-02-28T10:06:32.864" v="977" actId="1076"/>
          <ac:picMkLst>
            <pc:docMk/>
            <pc:sldMk cId="3048225612" sldId="274"/>
            <ac:picMk id="2052" creationId="{BB99AEA2-07D2-0F6B-0FAB-187984E1A22A}"/>
          </ac:picMkLst>
        </pc:picChg>
        <pc:picChg chg="add mod">
          <ac:chgData name="Hu Chuan-Peng" userId="b3f3f6a417be6905" providerId="LiveId" clId="{9DF6FB55-921A-674C-B026-C1F7B968792E}" dt="2024-02-28T10:06:23.561" v="974" actId="1076"/>
          <ac:picMkLst>
            <pc:docMk/>
            <pc:sldMk cId="3048225612" sldId="274"/>
            <ac:picMk id="3074" creationId="{72058F38-CE85-C1F0-3C74-251CCB830C69}"/>
          </ac:picMkLst>
        </pc:picChg>
      </pc:sldChg>
      <pc:sldChg chg="addSp delSp modSp mod">
        <pc:chgData name="Hu Chuan-Peng" userId="b3f3f6a417be6905" providerId="LiveId" clId="{9DF6FB55-921A-674C-B026-C1F7B968792E}" dt="2024-02-28T06:16:09.155" v="185" actId="478"/>
        <pc:sldMkLst>
          <pc:docMk/>
          <pc:sldMk cId="267499169" sldId="291"/>
        </pc:sldMkLst>
        <pc:spChg chg="mod topLvl">
          <ac:chgData name="Hu Chuan-Peng" userId="b3f3f6a417be6905" providerId="LiveId" clId="{9DF6FB55-921A-674C-B026-C1F7B968792E}" dt="2024-02-28T06:16:09.155" v="185" actId="478"/>
          <ac:spMkLst>
            <pc:docMk/>
            <pc:sldMk cId="267499169" sldId="291"/>
            <ac:spMk id="4" creationId="{00000000-0000-0000-0000-000000000000}"/>
          </ac:spMkLst>
        </pc:spChg>
        <pc:spChg chg="del">
          <ac:chgData name="Hu Chuan-Peng" userId="b3f3f6a417be6905" providerId="LiveId" clId="{9DF6FB55-921A-674C-B026-C1F7B968792E}" dt="2024-02-28T06:11:48.355" v="119" actId="478"/>
          <ac:spMkLst>
            <pc:docMk/>
            <pc:sldMk cId="267499169" sldId="291"/>
            <ac:spMk id="14" creationId="{00000000-0000-0000-0000-000000000000}"/>
          </ac:spMkLst>
        </pc:spChg>
        <pc:spChg chg="del mod">
          <ac:chgData name="Hu Chuan-Peng" userId="b3f3f6a417be6905" providerId="LiveId" clId="{9DF6FB55-921A-674C-B026-C1F7B968792E}" dt="2024-02-28T06:16:03.680" v="182" actId="478"/>
          <ac:spMkLst>
            <pc:docMk/>
            <pc:sldMk cId="267499169" sldId="291"/>
            <ac:spMk id="15" creationId="{00000000-0000-0000-0000-000000000000}"/>
          </ac:spMkLst>
        </pc:spChg>
        <pc:spChg chg="del topLvl">
          <ac:chgData name="Hu Chuan-Peng" userId="b3f3f6a417be6905" providerId="LiveId" clId="{9DF6FB55-921A-674C-B026-C1F7B968792E}" dt="2024-02-28T06:16:09.155" v="185" actId="478"/>
          <ac:spMkLst>
            <pc:docMk/>
            <pc:sldMk cId="267499169" sldId="291"/>
            <ac:spMk id="16" creationId="{00000000-0000-0000-0000-000000000000}"/>
          </ac:spMkLst>
        </pc:spChg>
        <pc:grpChg chg="mod">
          <ac:chgData name="Hu Chuan-Peng" userId="b3f3f6a417be6905" providerId="LiveId" clId="{9DF6FB55-921A-674C-B026-C1F7B968792E}" dt="2024-02-28T06:13:28.746" v="153" actId="1038"/>
          <ac:grpSpMkLst>
            <pc:docMk/>
            <pc:sldMk cId="267499169" sldId="291"/>
            <ac:grpSpMk id="12" creationId="{00000000-0000-0000-0000-000000000000}"/>
          </ac:grpSpMkLst>
        </pc:grpChg>
        <pc:grpChg chg="add del mod">
          <ac:chgData name="Hu Chuan-Peng" userId="b3f3f6a417be6905" providerId="LiveId" clId="{9DF6FB55-921A-674C-B026-C1F7B968792E}" dt="2024-02-28T06:16:09.155" v="185" actId="478"/>
          <ac:grpSpMkLst>
            <pc:docMk/>
            <pc:sldMk cId="267499169" sldId="291"/>
            <ac:grpSpMk id="17" creationId="{00000000-0000-0000-0000-000000000000}"/>
          </ac:grpSpMkLst>
        </pc:grpChg>
        <pc:picChg chg="mod">
          <ac:chgData name="Hu Chuan-Peng" userId="b3f3f6a417be6905" providerId="LiveId" clId="{9DF6FB55-921A-674C-B026-C1F7B968792E}" dt="2024-02-28T06:13:28.746" v="153" actId="1038"/>
          <ac:picMkLst>
            <pc:docMk/>
            <pc:sldMk cId="267499169" sldId="291"/>
            <ac:picMk id="13" creationId="{00000000-0000-0000-0000-000000000000}"/>
          </ac:picMkLst>
        </pc:picChg>
      </pc:sldChg>
      <pc:sldChg chg="modSp mod">
        <pc:chgData name="Hu Chuan-Peng" userId="b3f3f6a417be6905" providerId="LiveId" clId="{9DF6FB55-921A-674C-B026-C1F7B968792E}" dt="2024-02-28T06:15:37.427" v="177" actId="1076"/>
        <pc:sldMkLst>
          <pc:docMk/>
          <pc:sldMk cId="3712039363" sldId="292"/>
        </pc:sldMkLst>
        <pc:spChg chg="mod">
          <ac:chgData name="Hu Chuan-Peng" userId="b3f3f6a417be6905" providerId="LiveId" clId="{9DF6FB55-921A-674C-B026-C1F7B968792E}" dt="2024-02-28T06:15:28.235" v="175" actId="948"/>
          <ac:spMkLst>
            <pc:docMk/>
            <pc:sldMk cId="3712039363" sldId="292"/>
            <ac:spMk id="4" creationId="{00000000-0000-0000-0000-000000000000}"/>
          </ac:spMkLst>
        </pc:spChg>
        <pc:spChg chg="mod">
          <ac:chgData name="Hu Chuan-Peng" userId="b3f3f6a417be6905" providerId="LiveId" clId="{9DF6FB55-921A-674C-B026-C1F7B968792E}" dt="2024-02-28T06:15:34.125" v="176" actId="1076"/>
          <ac:spMkLst>
            <pc:docMk/>
            <pc:sldMk cId="3712039363" sldId="292"/>
            <ac:spMk id="20" creationId="{00000000-0000-0000-0000-000000000000}"/>
          </ac:spMkLst>
        </pc:spChg>
        <pc:spChg chg="mod">
          <ac:chgData name="Hu Chuan-Peng" userId="b3f3f6a417be6905" providerId="LiveId" clId="{9DF6FB55-921A-674C-B026-C1F7B968792E}" dt="2024-02-28T06:15:37.427" v="177" actId="1076"/>
          <ac:spMkLst>
            <pc:docMk/>
            <pc:sldMk cId="3712039363" sldId="292"/>
            <ac:spMk id="21" creationId="{00000000-0000-0000-0000-000000000000}"/>
          </ac:spMkLst>
        </pc:spChg>
      </pc:sldChg>
      <pc:sldChg chg="delSp modSp mod">
        <pc:chgData name="Hu Chuan-Peng" userId="b3f3f6a417be6905" providerId="LiveId" clId="{9DF6FB55-921A-674C-B026-C1F7B968792E}" dt="2024-02-28T06:19:44.529" v="332" actId="20577"/>
        <pc:sldMkLst>
          <pc:docMk/>
          <pc:sldMk cId="573667284" sldId="301"/>
        </pc:sldMkLst>
        <pc:spChg chg="mod">
          <ac:chgData name="Hu Chuan-Peng" userId="b3f3f6a417be6905" providerId="LiveId" clId="{9DF6FB55-921A-674C-B026-C1F7B968792E}" dt="2024-02-28T06:19:44.529" v="332" actId="20577"/>
          <ac:spMkLst>
            <pc:docMk/>
            <pc:sldMk cId="573667284" sldId="301"/>
            <ac:spMk id="4" creationId="{02F116B9-631B-8D33-4CD3-F8D2FE7B9AA9}"/>
          </ac:spMkLst>
        </pc:spChg>
        <pc:spChg chg="del">
          <ac:chgData name="Hu Chuan-Peng" userId="b3f3f6a417be6905" providerId="LiveId" clId="{9DF6FB55-921A-674C-B026-C1F7B968792E}" dt="2024-02-28T06:19:27.540" v="306" actId="478"/>
          <ac:spMkLst>
            <pc:docMk/>
            <pc:sldMk cId="573667284" sldId="301"/>
            <ac:spMk id="5" creationId="{A3D5D1E4-24B8-DF8C-6A43-0F09911C0E42}"/>
          </ac:spMkLst>
        </pc:spChg>
        <pc:picChg chg="del">
          <ac:chgData name="Hu Chuan-Peng" userId="b3f3f6a417be6905" providerId="LiveId" clId="{9DF6FB55-921A-674C-B026-C1F7B968792E}" dt="2024-02-28T06:19:32.462" v="307" actId="478"/>
          <ac:picMkLst>
            <pc:docMk/>
            <pc:sldMk cId="573667284" sldId="301"/>
            <ac:picMk id="3" creationId="{00000000-0000-0000-0000-000000000000}"/>
          </ac:picMkLst>
        </pc:picChg>
      </pc:sldChg>
      <pc:sldChg chg="addSp delSp modSp mod modNotesTx">
        <pc:chgData name="Hu Chuan-Peng" userId="b3f3f6a417be6905" providerId="LiveId" clId="{9DF6FB55-921A-674C-B026-C1F7B968792E}" dt="2024-02-28T06:31:37.735" v="607"/>
        <pc:sldMkLst>
          <pc:docMk/>
          <pc:sldMk cId="206829319" sldId="302"/>
        </pc:sldMkLst>
        <pc:spChg chg="del">
          <ac:chgData name="Hu Chuan-Peng" userId="b3f3f6a417be6905" providerId="LiveId" clId="{9DF6FB55-921A-674C-B026-C1F7B968792E}" dt="2024-02-28T06:31:00.465" v="602" actId="478"/>
          <ac:spMkLst>
            <pc:docMk/>
            <pc:sldMk cId="206829319" sldId="302"/>
            <ac:spMk id="4" creationId="{47F0040D-2560-54AE-E3FE-88BD427B68CC}"/>
          </ac:spMkLst>
        </pc:spChg>
        <pc:spChg chg="del">
          <ac:chgData name="Hu Chuan-Peng" userId="b3f3f6a417be6905" providerId="LiveId" clId="{9DF6FB55-921A-674C-B026-C1F7B968792E}" dt="2024-02-28T06:31:00.465" v="602" actId="478"/>
          <ac:spMkLst>
            <pc:docMk/>
            <pc:sldMk cId="206829319" sldId="302"/>
            <ac:spMk id="10" creationId="{00000000-0000-0000-0000-000000000000}"/>
          </ac:spMkLst>
        </pc:spChg>
        <pc:spChg chg="del">
          <ac:chgData name="Hu Chuan-Peng" userId="b3f3f6a417be6905" providerId="LiveId" clId="{9DF6FB55-921A-674C-B026-C1F7B968792E}" dt="2024-02-28T06:31:00.465" v="602" actId="478"/>
          <ac:spMkLst>
            <pc:docMk/>
            <pc:sldMk cId="206829319" sldId="302"/>
            <ac:spMk id="12" creationId="{00000000-0000-0000-0000-000000000000}"/>
          </ac:spMkLst>
        </pc:spChg>
        <pc:grpChg chg="del">
          <ac:chgData name="Hu Chuan-Peng" userId="b3f3f6a417be6905" providerId="LiveId" clId="{9DF6FB55-921A-674C-B026-C1F7B968792E}" dt="2024-02-28T06:31:00.465" v="602" actId="478"/>
          <ac:grpSpMkLst>
            <pc:docMk/>
            <pc:sldMk cId="206829319" sldId="302"/>
            <ac:grpSpMk id="9" creationId="{00000000-0000-0000-0000-000000000000}"/>
          </ac:grpSpMkLst>
        </pc:grpChg>
        <pc:grpChg chg="del">
          <ac:chgData name="Hu Chuan-Peng" userId="b3f3f6a417be6905" providerId="LiveId" clId="{9DF6FB55-921A-674C-B026-C1F7B968792E}" dt="2024-02-28T06:31:00.465" v="602" actId="478"/>
          <ac:grpSpMkLst>
            <pc:docMk/>
            <pc:sldMk cId="206829319" sldId="302"/>
            <ac:grpSpMk id="11" creationId="{00000000-0000-0000-0000-000000000000}"/>
          </ac:grpSpMkLst>
        </pc:grpChg>
        <pc:picChg chg="add mod">
          <ac:chgData name="Hu Chuan-Peng" userId="b3f3f6a417be6905" providerId="LiveId" clId="{9DF6FB55-921A-674C-B026-C1F7B968792E}" dt="2024-02-28T06:31:30.288" v="606" actId="1076"/>
          <ac:picMkLst>
            <pc:docMk/>
            <pc:sldMk cId="206829319" sldId="302"/>
            <ac:picMk id="6" creationId="{72D1CDF2-BAE6-B138-88BC-0C2447830CEE}"/>
          </ac:picMkLst>
        </pc:picChg>
      </pc:sldChg>
      <pc:sldChg chg="modSp mod">
        <pc:chgData name="Hu Chuan-Peng" userId="b3f3f6a417be6905" providerId="LiveId" clId="{9DF6FB55-921A-674C-B026-C1F7B968792E}" dt="2024-02-28T04:44:10.744" v="29" actId="1076"/>
        <pc:sldMkLst>
          <pc:docMk/>
          <pc:sldMk cId="591770434" sldId="319"/>
        </pc:sldMkLst>
        <pc:picChg chg="mod">
          <ac:chgData name="Hu Chuan-Peng" userId="b3f3f6a417be6905" providerId="LiveId" clId="{9DF6FB55-921A-674C-B026-C1F7B968792E}" dt="2024-02-28T04:44:10.744" v="29" actId="1076"/>
          <ac:picMkLst>
            <pc:docMk/>
            <pc:sldMk cId="591770434" sldId="319"/>
            <ac:picMk id="5" creationId="{08B62674-932C-48D3-F554-F027E830D170}"/>
          </ac:picMkLst>
        </pc:picChg>
      </pc:sldChg>
      <pc:sldChg chg="addSp modSp mod">
        <pc:chgData name="Hu Chuan-Peng" userId="b3f3f6a417be6905" providerId="LiveId" clId="{9DF6FB55-921A-674C-B026-C1F7B968792E}" dt="2024-02-28T06:15:13.380" v="174" actId="207"/>
        <pc:sldMkLst>
          <pc:docMk/>
          <pc:sldMk cId="2059580507" sldId="325"/>
        </pc:sldMkLst>
        <pc:spChg chg="add mod">
          <ac:chgData name="Hu Chuan-Peng" userId="b3f3f6a417be6905" providerId="LiveId" clId="{9DF6FB55-921A-674C-B026-C1F7B968792E}" dt="2024-02-28T06:11:07.522" v="113" actId="114"/>
          <ac:spMkLst>
            <pc:docMk/>
            <pc:sldMk cId="2059580507" sldId="325"/>
            <ac:spMk id="4" creationId="{8F2A75D5-1C15-A306-1987-966DBB43E977}"/>
          </ac:spMkLst>
        </pc:spChg>
        <pc:spChg chg="add mod">
          <ac:chgData name="Hu Chuan-Peng" userId="b3f3f6a417be6905" providerId="LiveId" clId="{9DF6FB55-921A-674C-B026-C1F7B968792E}" dt="2024-02-28T06:10:58.134" v="110"/>
          <ac:spMkLst>
            <pc:docMk/>
            <pc:sldMk cId="2059580507" sldId="325"/>
            <ac:spMk id="6" creationId="{5D1BCDE3-374F-3EA4-2826-C2CCEC1112D0}"/>
          </ac:spMkLst>
        </pc:spChg>
        <pc:spChg chg="add mod">
          <ac:chgData name="Hu Chuan-Peng" userId="b3f3f6a417be6905" providerId="LiveId" clId="{9DF6FB55-921A-674C-B026-C1F7B968792E}" dt="2024-02-28T06:15:13.380" v="174" actId="207"/>
          <ac:spMkLst>
            <pc:docMk/>
            <pc:sldMk cId="2059580507" sldId="325"/>
            <ac:spMk id="8" creationId="{04E36679-AF45-3C64-8E29-83549D14F570}"/>
          </ac:spMkLst>
        </pc:spChg>
        <pc:grpChg chg="mod">
          <ac:chgData name="Hu Chuan-Peng" userId="b3f3f6a417be6905" providerId="LiveId" clId="{9DF6FB55-921A-674C-B026-C1F7B968792E}" dt="2024-02-28T06:11:01.014" v="111" actId="1076"/>
          <ac:grpSpMkLst>
            <pc:docMk/>
            <pc:sldMk cId="2059580507" sldId="325"/>
            <ac:grpSpMk id="5" creationId="{00000000-0000-0000-0000-000000000000}"/>
          </ac:grpSpMkLst>
        </pc:grpChg>
      </pc:sldChg>
      <pc:sldChg chg="addSp delSp modSp mod">
        <pc:chgData name="Hu Chuan-Peng" userId="b3f3f6a417be6905" providerId="LiveId" clId="{9DF6FB55-921A-674C-B026-C1F7B968792E}" dt="2024-02-28T06:10:46.177" v="109" actId="403"/>
        <pc:sldMkLst>
          <pc:docMk/>
          <pc:sldMk cId="406667455" sldId="327"/>
        </pc:sldMkLst>
        <pc:spChg chg="mod">
          <ac:chgData name="Hu Chuan-Peng" userId="b3f3f6a417be6905" providerId="LiveId" clId="{9DF6FB55-921A-674C-B026-C1F7B968792E}" dt="2024-02-28T06:10:14.380" v="99" actId="20577"/>
          <ac:spMkLst>
            <pc:docMk/>
            <pc:sldMk cId="406667455" sldId="327"/>
            <ac:spMk id="4" creationId="{FA4CD270-81CD-CF3B-92E4-7934256EE381}"/>
          </ac:spMkLst>
        </pc:spChg>
        <pc:spChg chg="add mod">
          <ac:chgData name="Hu Chuan-Peng" userId="b3f3f6a417be6905" providerId="LiveId" clId="{9DF6FB55-921A-674C-B026-C1F7B968792E}" dt="2024-02-28T06:10:21.727" v="101" actId="1076"/>
          <ac:spMkLst>
            <pc:docMk/>
            <pc:sldMk cId="406667455" sldId="327"/>
            <ac:spMk id="6" creationId="{E69783D9-37B4-EFA8-D555-819C42CC335F}"/>
          </ac:spMkLst>
        </pc:spChg>
        <pc:spChg chg="add mod">
          <ac:chgData name="Hu Chuan-Peng" userId="b3f3f6a417be6905" providerId="LiveId" clId="{9DF6FB55-921A-674C-B026-C1F7B968792E}" dt="2024-02-28T06:10:46.177" v="109" actId="403"/>
          <ac:spMkLst>
            <pc:docMk/>
            <pc:sldMk cId="406667455" sldId="327"/>
            <ac:spMk id="8" creationId="{F781E80D-EB2C-7629-6EA2-E1AF10F6A94A}"/>
          </ac:spMkLst>
        </pc:spChg>
        <pc:picChg chg="add mod">
          <ac:chgData name="Hu Chuan-Peng" userId="b3f3f6a417be6905" providerId="LiveId" clId="{9DF6FB55-921A-674C-B026-C1F7B968792E}" dt="2024-02-28T06:10:18.457" v="100" actId="14100"/>
          <ac:picMkLst>
            <pc:docMk/>
            <pc:sldMk cId="406667455" sldId="327"/>
            <ac:picMk id="2" creationId="{C5137DC3-21AE-3B50-8AF0-E4709BD91E31}"/>
          </ac:picMkLst>
        </pc:picChg>
        <pc:picChg chg="del">
          <ac:chgData name="Hu Chuan-Peng" userId="b3f3f6a417be6905" providerId="LiveId" clId="{9DF6FB55-921A-674C-B026-C1F7B968792E}" dt="2024-02-28T06:08:52.034" v="88" actId="478"/>
          <ac:picMkLst>
            <pc:docMk/>
            <pc:sldMk cId="406667455" sldId="327"/>
            <ac:picMk id="3" creationId="{00000000-0000-0000-0000-000000000000}"/>
          </ac:picMkLst>
        </pc:picChg>
      </pc:sldChg>
      <pc:sldChg chg="addSp modSp mod modNotesTx">
        <pc:chgData name="Hu Chuan-Peng" userId="b3f3f6a417be6905" providerId="LiveId" clId="{9DF6FB55-921A-674C-B026-C1F7B968792E}" dt="2024-02-28T10:02:47.420" v="929" actId="20577"/>
        <pc:sldMkLst>
          <pc:docMk/>
          <pc:sldMk cId="2539568747" sldId="330"/>
        </pc:sldMkLst>
        <pc:picChg chg="add mod">
          <ac:chgData name="Hu Chuan-Peng" userId="b3f3f6a417be6905" providerId="LiveId" clId="{9DF6FB55-921A-674C-B026-C1F7B968792E}" dt="2024-02-28T10:02:29.195" v="928" actId="1076"/>
          <ac:picMkLst>
            <pc:docMk/>
            <pc:sldMk cId="2539568747" sldId="330"/>
            <ac:picMk id="3" creationId="{D071AE76-849F-390E-8334-03368B732AC5}"/>
          </ac:picMkLst>
        </pc:picChg>
      </pc:sldChg>
      <pc:sldChg chg="addSp modSp mod modNotesTx">
        <pc:chgData name="Hu Chuan-Peng" userId="b3f3f6a417be6905" providerId="LiveId" clId="{9DF6FB55-921A-674C-B026-C1F7B968792E}" dt="2024-02-28T04:42:42.531" v="21" actId="1076"/>
        <pc:sldMkLst>
          <pc:docMk/>
          <pc:sldMk cId="3934848825" sldId="331"/>
        </pc:sldMkLst>
        <pc:spChg chg="add mod">
          <ac:chgData name="Hu Chuan-Peng" userId="b3f3f6a417be6905" providerId="LiveId" clId="{9DF6FB55-921A-674C-B026-C1F7B968792E}" dt="2024-02-28T04:41:47.470" v="11" actId="1076"/>
          <ac:spMkLst>
            <pc:docMk/>
            <pc:sldMk cId="3934848825" sldId="331"/>
            <ac:spMk id="6" creationId="{B415C5B7-734E-3175-CED0-05D984177408}"/>
          </ac:spMkLst>
        </pc:spChg>
        <pc:picChg chg="add mod">
          <ac:chgData name="Hu Chuan-Peng" userId="b3f3f6a417be6905" providerId="LiveId" clId="{9DF6FB55-921A-674C-B026-C1F7B968792E}" dt="2024-02-28T04:42:42.531" v="21" actId="1076"/>
          <ac:picMkLst>
            <pc:docMk/>
            <pc:sldMk cId="3934848825" sldId="331"/>
            <ac:picMk id="3" creationId="{C495E9FF-63AE-84FF-A847-A873C904C0BE}"/>
          </ac:picMkLst>
        </pc:picChg>
        <pc:picChg chg="mod">
          <ac:chgData name="Hu Chuan-Peng" userId="b3f3f6a417be6905" providerId="LiveId" clId="{9DF6FB55-921A-674C-B026-C1F7B968792E}" dt="2024-02-28T04:42:35.671" v="19" actId="1076"/>
          <ac:picMkLst>
            <pc:docMk/>
            <pc:sldMk cId="3934848825" sldId="331"/>
            <ac:picMk id="7" creationId="{0D743F8E-323E-E782-665E-9C0971262948}"/>
          </ac:picMkLst>
        </pc:picChg>
        <pc:picChg chg="add mod">
          <ac:chgData name="Hu Chuan-Peng" userId="b3f3f6a417be6905" providerId="LiveId" clId="{9DF6FB55-921A-674C-B026-C1F7B968792E}" dt="2024-02-28T04:42:29.479" v="16" actId="1076"/>
          <ac:picMkLst>
            <pc:docMk/>
            <pc:sldMk cId="3934848825" sldId="331"/>
            <ac:picMk id="8" creationId="{385408EF-A120-D935-1C65-6449609D7EDF}"/>
          </ac:picMkLst>
        </pc:picChg>
      </pc:sldChg>
      <pc:sldChg chg="modNotesTx">
        <pc:chgData name="Hu Chuan-Peng" userId="b3f3f6a417be6905" providerId="LiveId" clId="{9DF6FB55-921A-674C-B026-C1F7B968792E}" dt="2024-02-28T04:43:27.980" v="24" actId="20577"/>
        <pc:sldMkLst>
          <pc:docMk/>
          <pc:sldMk cId="2418321420" sldId="332"/>
        </pc:sldMkLst>
      </pc:sldChg>
      <pc:sldChg chg="modNotesTx">
        <pc:chgData name="Hu Chuan-Peng" userId="b3f3f6a417be6905" providerId="LiveId" clId="{9DF6FB55-921A-674C-B026-C1F7B968792E}" dt="2024-02-28T04:43:24.776" v="23" actId="20577"/>
        <pc:sldMkLst>
          <pc:docMk/>
          <pc:sldMk cId="1190602039" sldId="333"/>
        </pc:sldMkLst>
      </pc:sldChg>
      <pc:sldChg chg="modNotesTx">
        <pc:chgData name="Hu Chuan-Peng" userId="b3f3f6a417be6905" providerId="LiveId" clId="{9DF6FB55-921A-674C-B026-C1F7B968792E}" dt="2024-02-28T04:43:35.156" v="25" actId="20577"/>
        <pc:sldMkLst>
          <pc:docMk/>
          <pc:sldMk cId="954463389" sldId="336"/>
        </pc:sldMkLst>
      </pc:sldChg>
      <pc:sldChg chg="modNotesTx">
        <pc:chgData name="Hu Chuan-Peng" userId="b3f3f6a417be6905" providerId="LiveId" clId="{9DF6FB55-921A-674C-B026-C1F7B968792E}" dt="2024-02-28T04:43:21.335" v="22" actId="20577"/>
        <pc:sldMkLst>
          <pc:docMk/>
          <pc:sldMk cId="2768485723" sldId="337"/>
        </pc:sldMkLst>
      </pc:sldChg>
      <pc:sldChg chg="modNotesTx">
        <pc:chgData name="Hu Chuan-Peng" userId="b3f3f6a417be6905" providerId="LiveId" clId="{9DF6FB55-921A-674C-B026-C1F7B968792E}" dt="2024-02-28T04:43:40.831" v="26" actId="20577"/>
        <pc:sldMkLst>
          <pc:docMk/>
          <pc:sldMk cId="1651616144" sldId="338"/>
        </pc:sldMkLst>
      </pc:sldChg>
      <pc:sldChg chg="modSp mod">
        <pc:chgData name="Hu Chuan-Peng" userId="b3f3f6a417be6905" providerId="LiveId" clId="{9DF6FB55-921A-674C-B026-C1F7B968792E}" dt="2024-02-28T04:45:28.700" v="67"/>
        <pc:sldMkLst>
          <pc:docMk/>
          <pc:sldMk cId="677732678" sldId="340"/>
        </pc:sldMkLst>
        <pc:spChg chg="mod">
          <ac:chgData name="Hu Chuan-Peng" userId="b3f3f6a417be6905" providerId="LiveId" clId="{9DF6FB55-921A-674C-B026-C1F7B968792E}" dt="2024-02-28T04:45:28.700" v="67"/>
          <ac:spMkLst>
            <pc:docMk/>
            <pc:sldMk cId="677732678" sldId="340"/>
            <ac:spMk id="5" creationId="{7EFEE465-C57A-677A-5D96-F6B96250E9C9}"/>
          </ac:spMkLst>
        </pc:spChg>
      </pc:sldChg>
      <pc:sldChg chg="modSp mod">
        <pc:chgData name="Hu Chuan-Peng" userId="b3f3f6a417be6905" providerId="LiveId" clId="{9DF6FB55-921A-674C-B026-C1F7B968792E}" dt="2024-02-28T04:45:51.062" v="68" actId="2711"/>
        <pc:sldMkLst>
          <pc:docMk/>
          <pc:sldMk cId="441111776" sldId="342"/>
        </pc:sldMkLst>
        <pc:spChg chg="mod">
          <ac:chgData name="Hu Chuan-Peng" userId="b3f3f6a417be6905" providerId="LiveId" clId="{9DF6FB55-921A-674C-B026-C1F7B968792E}" dt="2024-02-28T04:45:51.062" v="68" actId="2711"/>
          <ac:spMkLst>
            <pc:docMk/>
            <pc:sldMk cId="441111776" sldId="342"/>
            <ac:spMk id="2" creationId="{C0911DCB-12B2-C0EB-2594-A64156A7B0B4}"/>
          </ac:spMkLst>
        </pc:spChg>
      </pc:sldChg>
      <pc:sldChg chg="modSp mod">
        <pc:chgData name="Hu Chuan-Peng" userId="b3f3f6a417be6905" providerId="LiveId" clId="{9DF6FB55-921A-674C-B026-C1F7B968792E}" dt="2024-02-28T04:46:06.740" v="70" actId="207"/>
        <pc:sldMkLst>
          <pc:docMk/>
          <pc:sldMk cId="1714048720" sldId="343"/>
        </pc:sldMkLst>
        <pc:spChg chg="mod">
          <ac:chgData name="Hu Chuan-Peng" userId="b3f3f6a417be6905" providerId="LiveId" clId="{9DF6FB55-921A-674C-B026-C1F7B968792E}" dt="2024-02-28T04:46:03.372" v="69" actId="207"/>
          <ac:spMkLst>
            <pc:docMk/>
            <pc:sldMk cId="1714048720" sldId="343"/>
            <ac:spMk id="9" creationId="{6FA7A945-9457-427C-875B-2A7D5B8740BC}"/>
          </ac:spMkLst>
        </pc:spChg>
        <pc:spChg chg="mod">
          <ac:chgData name="Hu Chuan-Peng" userId="b3f3f6a417be6905" providerId="LiveId" clId="{9DF6FB55-921A-674C-B026-C1F7B968792E}" dt="2024-02-28T04:46:06.740" v="70" actId="207"/>
          <ac:spMkLst>
            <pc:docMk/>
            <pc:sldMk cId="1714048720" sldId="343"/>
            <ac:spMk id="10" creationId="{4F8C9559-6E4F-1A4B-20A9-C075E8EF849C}"/>
          </ac:spMkLst>
        </pc:spChg>
      </pc:sldChg>
      <pc:sldChg chg="addSp modSp mod">
        <pc:chgData name="Hu Chuan-Peng" userId="b3f3f6a417be6905" providerId="LiveId" clId="{9DF6FB55-921A-674C-B026-C1F7B968792E}" dt="2024-02-28T04:50:13.016" v="82" actId="1035"/>
        <pc:sldMkLst>
          <pc:docMk/>
          <pc:sldMk cId="53749654" sldId="344"/>
        </pc:sldMkLst>
        <pc:picChg chg="mod">
          <ac:chgData name="Hu Chuan-Peng" userId="b3f3f6a417be6905" providerId="LiveId" clId="{9DF6FB55-921A-674C-B026-C1F7B968792E}" dt="2024-02-28T04:49:57.961" v="75" actId="1076"/>
          <ac:picMkLst>
            <pc:docMk/>
            <pc:sldMk cId="53749654" sldId="344"/>
            <ac:picMk id="7" creationId="{1BD64461-2A3B-265A-E9BC-152DC144041B}"/>
          </ac:picMkLst>
        </pc:picChg>
        <pc:picChg chg="add mod">
          <ac:chgData name="Hu Chuan-Peng" userId="b3f3f6a417be6905" providerId="LiveId" clId="{9DF6FB55-921A-674C-B026-C1F7B968792E}" dt="2024-02-28T04:50:13.016" v="82" actId="1035"/>
          <ac:picMkLst>
            <pc:docMk/>
            <pc:sldMk cId="53749654" sldId="344"/>
            <ac:picMk id="1026" creationId="{06AE2181-202D-1052-5A6F-732030794F19}"/>
          </ac:picMkLst>
        </pc:picChg>
      </pc:sldChg>
      <pc:sldChg chg="addSp delSp modSp mod">
        <pc:chgData name="Hu Chuan-Peng" userId="b3f3f6a417be6905" providerId="LiveId" clId="{9DF6FB55-921A-674C-B026-C1F7B968792E}" dt="2024-02-28T06:16:30.525" v="191" actId="1076"/>
        <pc:sldMkLst>
          <pc:docMk/>
          <pc:sldMk cId="813993217" sldId="345"/>
        </pc:sldMkLst>
        <pc:spChg chg="add mod">
          <ac:chgData name="Hu Chuan-Peng" userId="b3f3f6a417be6905" providerId="LiveId" clId="{9DF6FB55-921A-674C-B026-C1F7B968792E}" dt="2024-02-28T06:11:16.844" v="114"/>
          <ac:spMkLst>
            <pc:docMk/>
            <pc:sldMk cId="813993217" sldId="345"/>
            <ac:spMk id="2" creationId="{889FFBE7-B56D-A793-3A50-24DDC0908321}"/>
          </ac:spMkLst>
        </pc:spChg>
        <pc:spChg chg="add del mod topLvl">
          <ac:chgData name="Hu Chuan-Peng" userId="b3f3f6a417be6905" providerId="LiveId" clId="{9DF6FB55-921A-674C-B026-C1F7B968792E}" dt="2024-02-28T06:16:30.525" v="191" actId="1076"/>
          <ac:spMkLst>
            <pc:docMk/>
            <pc:sldMk cId="813993217" sldId="345"/>
            <ac:spMk id="4" creationId="{00000000-0000-0000-0000-000000000000}"/>
          </ac:spMkLst>
        </pc:spChg>
        <pc:spChg chg="add del mod">
          <ac:chgData name="Hu Chuan-Peng" userId="b3f3f6a417be6905" providerId="LiveId" clId="{9DF6FB55-921A-674C-B026-C1F7B968792E}" dt="2024-02-28T06:11:26.229" v="115" actId="478"/>
          <ac:spMkLst>
            <pc:docMk/>
            <pc:sldMk cId="813993217" sldId="345"/>
            <ac:spMk id="8" creationId="{49A32E34-0B7C-AAEC-83FD-ACBFB44ED14C}"/>
          </ac:spMkLst>
        </pc:spChg>
        <pc:spChg chg="del mod">
          <ac:chgData name="Hu Chuan-Peng" userId="b3f3f6a417be6905" providerId="LiveId" clId="{9DF6FB55-921A-674C-B026-C1F7B968792E}" dt="2024-02-28T06:16:17.556" v="186" actId="478"/>
          <ac:spMkLst>
            <pc:docMk/>
            <pc:sldMk cId="813993217" sldId="345"/>
            <ac:spMk id="12" creationId="{00000000-0000-0000-0000-000000000000}"/>
          </ac:spMkLst>
        </pc:spChg>
        <pc:spChg chg="del mod">
          <ac:chgData name="Hu Chuan-Peng" userId="b3f3f6a417be6905" providerId="LiveId" clId="{9DF6FB55-921A-674C-B026-C1F7B968792E}" dt="2024-02-28T06:16:19.284" v="187" actId="478"/>
          <ac:spMkLst>
            <pc:docMk/>
            <pc:sldMk cId="813993217" sldId="345"/>
            <ac:spMk id="13" creationId="{00000000-0000-0000-0000-000000000000}"/>
          </ac:spMkLst>
        </pc:spChg>
        <pc:spChg chg="add del mod topLvl">
          <ac:chgData name="Hu Chuan-Peng" userId="b3f3f6a417be6905" providerId="LiveId" clId="{9DF6FB55-921A-674C-B026-C1F7B968792E}" dt="2024-02-28T06:16:25.610" v="190" actId="478"/>
          <ac:spMkLst>
            <pc:docMk/>
            <pc:sldMk cId="813993217" sldId="345"/>
            <ac:spMk id="14" creationId="{00000000-0000-0000-0000-000000000000}"/>
          </ac:spMkLst>
        </pc:spChg>
        <pc:grpChg chg="mod">
          <ac:chgData name="Hu Chuan-Peng" userId="b3f3f6a417be6905" providerId="LiveId" clId="{9DF6FB55-921A-674C-B026-C1F7B968792E}" dt="2024-02-28T06:11:33.476" v="118" actId="1076"/>
          <ac:grpSpMkLst>
            <pc:docMk/>
            <pc:sldMk cId="813993217" sldId="345"/>
            <ac:grpSpMk id="5" creationId="{00000000-0000-0000-0000-000000000000}"/>
          </ac:grpSpMkLst>
        </pc:grpChg>
        <pc:grpChg chg="add del mod">
          <ac:chgData name="Hu Chuan-Peng" userId="b3f3f6a417be6905" providerId="LiveId" clId="{9DF6FB55-921A-674C-B026-C1F7B968792E}" dt="2024-02-28T06:16:25.610" v="190" actId="478"/>
          <ac:grpSpMkLst>
            <pc:docMk/>
            <pc:sldMk cId="813993217" sldId="345"/>
            <ac:grpSpMk id="16" creationId="{00000000-0000-0000-0000-000000000000}"/>
          </ac:grpSpMkLst>
        </pc:grpChg>
      </pc:sldChg>
      <pc:sldChg chg="modSp mod">
        <pc:chgData name="Hu Chuan-Peng" userId="b3f3f6a417be6905" providerId="LiveId" clId="{9DF6FB55-921A-674C-B026-C1F7B968792E}" dt="2024-02-28T06:17:36.082" v="214" actId="20577"/>
        <pc:sldMkLst>
          <pc:docMk/>
          <pc:sldMk cId="532829086" sldId="346"/>
        </pc:sldMkLst>
        <pc:spChg chg="mod">
          <ac:chgData name="Hu Chuan-Peng" userId="b3f3f6a417be6905" providerId="LiveId" clId="{9DF6FB55-921A-674C-B026-C1F7B968792E}" dt="2024-02-28T06:17:36.082" v="214" actId="20577"/>
          <ac:spMkLst>
            <pc:docMk/>
            <pc:sldMk cId="532829086" sldId="346"/>
            <ac:spMk id="6" creationId="{8DF22921-176C-980C-807A-05656DB411DD}"/>
          </ac:spMkLst>
        </pc:spChg>
        <pc:picChg chg="mod">
          <ac:chgData name="Hu Chuan-Peng" userId="b3f3f6a417be6905" providerId="LiveId" clId="{9DF6FB55-921A-674C-B026-C1F7B968792E}" dt="2024-02-28T06:17:21.129" v="197" actId="14100"/>
          <ac:picMkLst>
            <pc:docMk/>
            <pc:sldMk cId="532829086" sldId="346"/>
            <ac:picMk id="2" creationId="{B43441CF-375B-1531-0026-5DB5E253D577}"/>
          </ac:picMkLst>
        </pc:picChg>
      </pc:sldChg>
      <pc:sldChg chg="modSp mod">
        <pc:chgData name="Hu Chuan-Peng" userId="b3f3f6a417be6905" providerId="LiveId" clId="{9DF6FB55-921A-674C-B026-C1F7B968792E}" dt="2024-02-28T06:19:06.388" v="305" actId="403"/>
        <pc:sldMkLst>
          <pc:docMk/>
          <pc:sldMk cId="4195407968" sldId="347"/>
        </pc:sldMkLst>
        <pc:spChg chg="mod">
          <ac:chgData name="Hu Chuan-Peng" userId="b3f3f6a417be6905" providerId="LiveId" clId="{9DF6FB55-921A-674C-B026-C1F7B968792E}" dt="2024-02-28T06:19:06.388" v="305" actId="403"/>
          <ac:spMkLst>
            <pc:docMk/>
            <pc:sldMk cId="4195407968" sldId="347"/>
            <ac:spMk id="7" creationId="{F47DC4F1-B9DB-DBEF-51FB-4484BC6E512E}"/>
          </ac:spMkLst>
        </pc:spChg>
      </pc:sldChg>
    </pc:docChg>
  </pc:docChgLst>
  <pc:docChgLst>
    <pc:chgData name="Hu Chuan-Peng" userId="b3f3f6a417be6905" providerId="LiveId" clId="{FDDF4771-1CB9-4D48-8252-85DF5B045E15}"/>
    <pc:docChg chg="undo custSel addSld delSld modSld">
      <pc:chgData name="Hu Chuan-Peng" userId="b3f3f6a417be6905" providerId="LiveId" clId="{FDDF4771-1CB9-4D48-8252-85DF5B045E15}" dt="2026-03-05T08:19:04.383" v="1406" actId="1076"/>
      <pc:docMkLst>
        <pc:docMk/>
      </pc:docMkLst>
      <pc:sldChg chg="modSp mod">
        <pc:chgData name="Hu Chuan-Peng" userId="b3f3f6a417be6905" providerId="LiveId" clId="{FDDF4771-1CB9-4D48-8252-85DF5B045E15}" dt="2026-03-05T04:59:46.564" v="1111" actId="20577"/>
        <pc:sldMkLst>
          <pc:docMk/>
          <pc:sldMk cId="1374431123" sldId="262"/>
        </pc:sldMkLst>
        <pc:spChg chg="mod">
          <ac:chgData name="Hu Chuan-Peng" userId="b3f3f6a417be6905" providerId="LiveId" clId="{FDDF4771-1CB9-4D48-8252-85DF5B045E15}" dt="2026-03-05T04:59:46.564" v="1111" actId="20577"/>
          <ac:spMkLst>
            <pc:docMk/>
            <pc:sldMk cId="1374431123" sldId="262"/>
            <ac:spMk id="4" creationId="{1C619C0B-E7F6-DE08-0031-AD7FE7448E03}"/>
          </ac:spMkLst>
        </pc:spChg>
      </pc:sldChg>
      <pc:sldChg chg="modSp mod">
        <pc:chgData name="Hu Chuan-Peng" userId="b3f3f6a417be6905" providerId="LiveId" clId="{FDDF4771-1CB9-4D48-8252-85DF5B045E15}" dt="2026-03-05T05:01:51.654" v="1399" actId="2711"/>
        <pc:sldMkLst>
          <pc:docMk/>
          <pc:sldMk cId="4027434718" sldId="264"/>
        </pc:sldMkLst>
        <pc:spChg chg="mod">
          <ac:chgData name="Hu Chuan-Peng" userId="b3f3f6a417be6905" providerId="LiveId" clId="{FDDF4771-1CB9-4D48-8252-85DF5B045E15}" dt="2026-03-05T05:01:51.654" v="1399" actId="2711"/>
          <ac:spMkLst>
            <pc:docMk/>
            <pc:sldMk cId="4027434718" sldId="264"/>
            <ac:spMk id="8" creationId="{C3096323-A5E0-B376-EB9A-AADEB1F98EFE}"/>
          </ac:spMkLst>
        </pc:spChg>
      </pc:sldChg>
      <pc:sldChg chg="delSp mod">
        <pc:chgData name="Hu Chuan-Peng" userId="b3f3f6a417be6905" providerId="LiveId" clId="{FDDF4771-1CB9-4D48-8252-85DF5B045E15}" dt="2026-03-05T05:01:57.180" v="1400" actId="478"/>
        <pc:sldMkLst>
          <pc:docMk/>
          <pc:sldMk cId="2353961388" sldId="266"/>
        </pc:sldMkLst>
        <pc:grpChg chg="del">
          <ac:chgData name="Hu Chuan-Peng" userId="b3f3f6a417be6905" providerId="LiveId" clId="{FDDF4771-1CB9-4D48-8252-85DF5B045E15}" dt="2026-03-05T05:01:57.180" v="1400" actId="478"/>
          <ac:grpSpMkLst>
            <pc:docMk/>
            <pc:sldMk cId="2353961388" sldId="266"/>
            <ac:grpSpMk id="9" creationId="{00000000-0000-0000-0000-000000000000}"/>
          </ac:grpSpMkLst>
        </pc:grpChg>
      </pc:sldChg>
      <pc:sldChg chg="addSp delSp modSp mod">
        <pc:chgData name="Hu Chuan-Peng" userId="b3f3f6a417be6905" providerId="LiveId" clId="{FDDF4771-1CB9-4D48-8252-85DF5B045E15}" dt="2026-03-05T08:19:04.383" v="1406" actId="1076"/>
        <pc:sldMkLst>
          <pc:docMk/>
          <pc:sldMk cId="3463226631" sldId="267"/>
        </pc:sldMkLst>
        <pc:picChg chg="del">
          <ac:chgData name="Hu Chuan-Peng" userId="b3f3f6a417be6905" providerId="LiveId" clId="{FDDF4771-1CB9-4D48-8252-85DF5B045E15}" dt="2026-03-05T08:19:01.020" v="1405" actId="478"/>
          <ac:picMkLst>
            <pc:docMk/>
            <pc:sldMk cId="3463226631" sldId="267"/>
            <ac:picMk id="4" creationId="{00000000-0000-0000-0000-000000000000}"/>
          </ac:picMkLst>
        </pc:picChg>
        <pc:picChg chg="add mod">
          <ac:chgData name="Hu Chuan-Peng" userId="b3f3f6a417be6905" providerId="LiveId" clId="{FDDF4771-1CB9-4D48-8252-85DF5B045E15}" dt="2026-03-05T08:19:04.383" v="1406" actId="1076"/>
          <ac:picMkLst>
            <pc:docMk/>
            <pc:sldMk cId="3463226631" sldId="267"/>
            <ac:picMk id="6" creationId="{DEC7D316-225B-6A19-6BDF-9B39DD56CB76}"/>
          </ac:picMkLst>
        </pc:picChg>
      </pc:sldChg>
      <pc:sldChg chg="modSp mod">
        <pc:chgData name="Hu Chuan-Peng" userId="b3f3f6a417be6905" providerId="LiveId" clId="{FDDF4771-1CB9-4D48-8252-85DF5B045E15}" dt="2026-03-05T04:35:02.424" v="15" actId="20577"/>
        <pc:sldMkLst>
          <pc:docMk/>
          <pc:sldMk cId="48754988" sldId="269"/>
        </pc:sldMkLst>
        <pc:spChg chg="mod">
          <ac:chgData name="Hu Chuan-Peng" userId="b3f3f6a417be6905" providerId="LiveId" clId="{FDDF4771-1CB9-4D48-8252-85DF5B045E15}" dt="2026-03-05T04:35:02.424" v="15" actId="20577"/>
          <ac:spMkLst>
            <pc:docMk/>
            <pc:sldMk cId="48754988" sldId="269"/>
            <ac:spMk id="2" creationId="{3E2AE2C4-61BD-A8C8-36A5-010107CF4A59}"/>
          </ac:spMkLst>
        </pc:spChg>
        <pc:spChg chg="mod">
          <ac:chgData name="Hu Chuan-Peng" userId="b3f3f6a417be6905" providerId="LiveId" clId="{FDDF4771-1CB9-4D48-8252-85DF5B045E15}" dt="2026-03-05T04:34:32.298" v="0" actId="20577"/>
          <ac:spMkLst>
            <pc:docMk/>
            <pc:sldMk cId="48754988" sldId="269"/>
            <ac:spMk id="3" creationId="{4E4F1EC3-4294-1AF7-6B36-5894657C009B}"/>
          </ac:spMkLst>
        </pc:spChg>
      </pc:sldChg>
      <pc:sldChg chg="modSp mod">
        <pc:chgData name="Hu Chuan-Peng" userId="b3f3f6a417be6905" providerId="LiveId" clId="{FDDF4771-1CB9-4D48-8252-85DF5B045E15}" dt="2026-03-05T04:42:10.922" v="286" actId="20577"/>
        <pc:sldMkLst>
          <pc:docMk/>
          <pc:sldMk cId="3538239809" sldId="277"/>
        </pc:sldMkLst>
        <pc:spChg chg="mod">
          <ac:chgData name="Hu Chuan-Peng" userId="b3f3f6a417be6905" providerId="LiveId" clId="{FDDF4771-1CB9-4D48-8252-85DF5B045E15}" dt="2026-03-05T04:42:10.922" v="286" actId="20577"/>
          <ac:spMkLst>
            <pc:docMk/>
            <pc:sldMk cId="3538239809" sldId="277"/>
            <ac:spMk id="4" creationId="{D17D4983-584B-0427-EE52-F753A0F91310}"/>
          </ac:spMkLst>
        </pc:spChg>
      </pc:sldChg>
      <pc:sldChg chg="modSp mod">
        <pc:chgData name="Hu Chuan-Peng" userId="b3f3f6a417be6905" providerId="LiveId" clId="{FDDF4771-1CB9-4D48-8252-85DF5B045E15}" dt="2026-03-05T04:44:47.265" v="600" actId="313"/>
        <pc:sldMkLst>
          <pc:docMk/>
          <pc:sldMk cId="2984835490" sldId="299"/>
        </pc:sldMkLst>
        <pc:spChg chg="mod">
          <ac:chgData name="Hu Chuan-Peng" userId="b3f3f6a417be6905" providerId="LiveId" clId="{FDDF4771-1CB9-4D48-8252-85DF5B045E15}" dt="2026-03-05T04:44:47.265" v="600" actId="313"/>
          <ac:spMkLst>
            <pc:docMk/>
            <pc:sldMk cId="2984835490" sldId="299"/>
            <ac:spMk id="4" creationId="{F41D588E-B78E-354D-55ED-363351D9C558}"/>
          </ac:spMkLst>
        </pc:spChg>
      </pc:sldChg>
      <pc:sldChg chg="del">
        <pc:chgData name="Hu Chuan-Peng" userId="b3f3f6a417be6905" providerId="LiveId" clId="{FDDF4771-1CB9-4D48-8252-85DF5B045E15}" dt="2026-03-05T04:44:53.027" v="603" actId="2696"/>
        <pc:sldMkLst>
          <pc:docMk/>
          <pc:sldMk cId="301348223" sldId="304"/>
        </pc:sldMkLst>
      </pc:sldChg>
      <pc:sldChg chg="del">
        <pc:chgData name="Hu Chuan-Peng" userId="b3f3f6a417be6905" providerId="LiveId" clId="{FDDF4771-1CB9-4D48-8252-85DF5B045E15}" dt="2026-03-05T04:44:54.167" v="604" actId="2696"/>
        <pc:sldMkLst>
          <pc:docMk/>
          <pc:sldMk cId="3575889311" sldId="305"/>
        </pc:sldMkLst>
      </pc:sldChg>
      <pc:sldChg chg="delSp mod">
        <pc:chgData name="Hu Chuan-Peng" userId="b3f3f6a417be6905" providerId="LiveId" clId="{FDDF4771-1CB9-4D48-8252-85DF5B045E15}" dt="2026-03-05T04:37:17.281" v="155" actId="478"/>
        <pc:sldMkLst>
          <pc:docMk/>
          <pc:sldMk cId="1738490251" sldId="329"/>
        </pc:sldMkLst>
        <pc:spChg chg="del">
          <ac:chgData name="Hu Chuan-Peng" userId="b3f3f6a417be6905" providerId="LiveId" clId="{FDDF4771-1CB9-4D48-8252-85DF5B045E15}" dt="2026-03-05T04:37:17.281" v="155" actId="478"/>
          <ac:spMkLst>
            <pc:docMk/>
            <pc:sldMk cId="1738490251" sldId="329"/>
            <ac:spMk id="4" creationId="{EC80295B-09D1-C2E7-945C-74114F374063}"/>
          </ac:spMkLst>
        </pc:spChg>
      </pc:sldChg>
      <pc:sldChg chg="modSp mod">
        <pc:chgData name="Hu Chuan-Peng" userId="b3f3f6a417be6905" providerId="LiveId" clId="{FDDF4771-1CB9-4D48-8252-85DF5B045E15}" dt="2026-03-05T04:41:58.057" v="273" actId="20577"/>
        <pc:sldMkLst>
          <pc:docMk/>
          <pc:sldMk cId="1714048720" sldId="343"/>
        </pc:sldMkLst>
        <pc:spChg chg="mod">
          <ac:chgData name="Hu Chuan-Peng" userId="b3f3f6a417be6905" providerId="LiveId" clId="{FDDF4771-1CB9-4D48-8252-85DF5B045E15}" dt="2026-03-05T04:41:58.057" v="273" actId="20577"/>
          <ac:spMkLst>
            <pc:docMk/>
            <pc:sldMk cId="1714048720" sldId="343"/>
            <ac:spMk id="5" creationId="{75345798-D6D6-7B76-3FDF-41916621185A}"/>
          </ac:spMkLst>
        </pc:spChg>
      </pc:sldChg>
      <pc:sldChg chg="modSp mod">
        <pc:chgData name="Hu Chuan-Peng" userId="b3f3f6a417be6905" providerId="LiveId" clId="{FDDF4771-1CB9-4D48-8252-85DF5B045E15}" dt="2026-03-05T04:42:05.585" v="281" actId="20577"/>
        <pc:sldMkLst>
          <pc:docMk/>
          <pc:sldMk cId="53749654" sldId="344"/>
        </pc:sldMkLst>
        <pc:spChg chg="mod">
          <ac:chgData name="Hu Chuan-Peng" userId="b3f3f6a417be6905" providerId="LiveId" clId="{FDDF4771-1CB9-4D48-8252-85DF5B045E15}" dt="2026-03-05T04:42:05.585" v="281" actId="20577"/>
          <ac:spMkLst>
            <pc:docMk/>
            <pc:sldMk cId="53749654" sldId="344"/>
            <ac:spMk id="2" creationId="{851C59D2-73A5-C61B-7029-3BCF29BA0530}"/>
          </ac:spMkLst>
        </pc:spChg>
      </pc:sldChg>
      <pc:sldChg chg="del">
        <pc:chgData name="Hu Chuan-Peng" userId="b3f3f6a417be6905" providerId="LiveId" clId="{FDDF4771-1CB9-4D48-8252-85DF5B045E15}" dt="2026-03-05T04:44:50.491" v="601" actId="2696"/>
        <pc:sldMkLst>
          <pc:docMk/>
          <pc:sldMk cId="3991850585" sldId="348"/>
        </pc:sldMkLst>
      </pc:sldChg>
      <pc:sldChg chg="del">
        <pc:chgData name="Hu Chuan-Peng" userId="b3f3f6a417be6905" providerId="LiveId" clId="{FDDF4771-1CB9-4D48-8252-85DF5B045E15}" dt="2026-03-05T04:44:51.811" v="602" actId="2696"/>
        <pc:sldMkLst>
          <pc:docMk/>
          <pc:sldMk cId="2150305400" sldId="349"/>
        </pc:sldMkLst>
      </pc:sldChg>
      <pc:sldChg chg="del">
        <pc:chgData name="Hu Chuan-Peng" userId="b3f3f6a417be6905" providerId="LiveId" clId="{FDDF4771-1CB9-4D48-8252-85DF5B045E15}" dt="2026-03-05T04:35:10.835" v="16" actId="2696"/>
        <pc:sldMkLst>
          <pc:docMk/>
          <pc:sldMk cId="2091223798" sldId="354"/>
        </pc:sldMkLst>
      </pc:sldChg>
      <pc:sldChg chg="del">
        <pc:chgData name="Hu Chuan-Peng" userId="b3f3f6a417be6905" providerId="LiveId" clId="{FDDF4771-1CB9-4D48-8252-85DF5B045E15}" dt="2026-03-05T04:35:10.862" v="17" actId="2696"/>
        <pc:sldMkLst>
          <pc:docMk/>
          <pc:sldMk cId="323371825" sldId="355"/>
        </pc:sldMkLst>
      </pc:sldChg>
      <pc:sldChg chg="modSp mod">
        <pc:chgData name="Hu Chuan-Peng" userId="b3f3f6a417be6905" providerId="LiveId" clId="{FDDF4771-1CB9-4D48-8252-85DF5B045E15}" dt="2026-03-05T04:36:52.686" v="154" actId="20577"/>
        <pc:sldMkLst>
          <pc:docMk/>
          <pc:sldMk cId="2432630637" sldId="358"/>
        </pc:sldMkLst>
        <pc:spChg chg="mod">
          <ac:chgData name="Hu Chuan-Peng" userId="b3f3f6a417be6905" providerId="LiveId" clId="{FDDF4771-1CB9-4D48-8252-85DF5B045E15}" dt="2026-03-05T04:36:52.686" v="154" actId="20577"/>
          <ac:spMkLst>
            <pc:docMk/>
            <pc:sldMk cId="2432630637" sldId="358"/>
            <ac:spMk id="3" creationId="{1519B741-2709-0B31-0E33-F78357CBBF62}"/>
          </ac:spMkLst>
        </pc:spChg>
      </pc:sldChg>
      <pc:sldChg chg="addSp delSp modSp add mod">
        <pc:chgData name="Hu Chuan-Peng" userId="b3f3f6a417be6905" providerId="LiveId" clId="{FDDF4771-1CB9-4D48-8252-85DF5B045E15}" dt="2026-03-05T04:41:17.592" v="268" actId="14100"/>
        <pc:sldMkLst>
          <pc:docMk/>
          <pc:sldMk cId="4256603244" sldId="359"/>
        </pc:sldMkLst>
        <pc:spChg chg="mod">
          <ac:chgData name="Hu Chuan-Peng" userId="b3f3f6a417be6905" providerId="LiveId" clId="{FDDF4771-1CB9-4D48-8252-85DF5B045E15}" dt="2026-03-05T04:39:11.816" v="206" actId="20577"/>
          <ac:spMkLst>
            <pc:docMk/>
            <pc:sldMk cId="4256603244" sldId="359"/>
            <ac:spMk id="2" creationId="{C0911DCB-12B2-C0EB-2594-A64156A7B0B4}"/>
          </ac:spMkLst>
        </pc:spChg>
        <pc:spChg chg="del">
          <ac:chgData name="Hu Chuan-Peng" userId="b3f3f6a417be6905" providerId="LiveId" clId="{FDDF4771-1CB9-4D48-8252-85DF5B045E15}" dt="2026-03-05T04:39:00.503" v="158" actId="478"/>
          <ac:spMkLst>
            <pc:docMk/>
            <pc:sldMk cId="4256603244" sldId="359"/>
            <ac:spMk id="3" creationId="{01B78F88-0A09-7139-5926-C2B3AC151C49}"/>
          </ac:spMkLst>
        </pc:spChg>
        <pc:spChg chg="del">
          <ac:chgData name="Hu Chuan-Peng" userId="b3f3f6a417be6905" providerId="LiveId" clId="{FDDF4771-1CB9-4D48-8252-85DF5B045E15}" dt="2026-03-05T04:39:03.485" v="159" actId="478"/>
          <ac:spMkLst>
            <pc:docMk/>
            <pc:sldMk cId="4256603244" sldId="359"/>
            <ac:spMk id="4" creationId="{1D602CE3-B912-65EF-14E8-0FB108C25F83}"/>
          </ac:spMkLst>
        </pc:spChg>
        <pc:spChg chg="add mod">
          <ac:chgData name="Hu Chuan-Peng" userId="b3f3f6a417be6905" providerId="LiveId" clId="{FDDF4771-1CB9-4D48-8252-85DF5B045E15}" dt="2026-03-05T04:40:01.896" v="258" actId="114"/>
          <ac:spMkLst>
            <pc:docMk/>
            <pc:sldMk cId="4256603244" sldId="359"/>
            <ac:spMk id="6" creationId="{598C6935-1DC8-F089-EA17-81CB95D3780F}"/>
          </ac:spMkLst>
        </pc:spChg>
        <pc:spChg chg="add del">
          <ac:chgData name="Hu Chuan-Peng" userId="b3f3f6a417be6905" providerId="LiveId" clId="{FDDF4771-1CB9-4D48-8252-85DF5B045E15}" dt="2026-03-05T04:40:37.971" v="260" actId="478"/>
          <ac:spMkLst>
            <pc:docMk/>
            <pc:sldMk cId="4256603244" sldId="359"/>
            <ac:spMk id="7" creationId="{02696834-0930-0D79-A91D-1140B5DE76C0}"/>
          </ac:spMkLst>
        </pc:spChg>
        <pc:spChg chg="add del">
          <ac:chgData name="Hu Chuan-Peng" userId="b3f3f6a417be6905" providerId="LiveId" clId="{FDDF4771-1CB9-4D48-8252-85DF5B045E15}" dt="2026-03-05T04:41:05.548" v="262" actId="478"/>
          <ac:spMkLst>
            <pc:docMk/>
            <pc:sldMk cId="4256603244" sldId="359"/>
            <ac:spMk id="8" creationId="{B448638C-F6B5-EC90-F757-1034A9F7CDA3}"/>
          </ac:spMkLst>
        </pc:spChg>
        <pc:picChg chg="add mod">
          <ac:chgData name="Hu Chuan-Peng" userId="b3f3f6a417be6905" providerId="LiveId" clId="{FDDF4771-1CB9-4D48-8252-85DF5B045E15}" dt="2026-03-05T04:41:17.592" v="268" actId="14100"/>
          <ac:picMkLst>
            <pc:docMk/>
            <pc:sldMk cId="4256603244" sldId="359"/>
            <ac:picMk id="10" creationId="{8571E482-863A-B52E-CA4F-A6AF9C9C1B60}"/>
          </ac:picMkLst>
        </pc:picChg>
        <pc:picChg chg="del">
          <ac:chgData name="Hu Chuan-Peng" userId="b3f3f6a417be6905" providerId="LiveId" clId="{FDDF4771-1CB9-4D48-8252-85DF5B045E15}" dt="2026-03-05T04:38:57.471" v="157" actId="478"/>
          <ac:picMkLst>
            <pc:docMk/>
            <pc:sldMk cId="4256603244" sldId="359"/>
            <ac:picMk id="3074" creationId="{B793986F-945E-75D2-2E30-90A96B1D821D}"/>
          </ac:picMkLst>
        </pc:picChg>
      </pc:sldChg>
    </pc:docChg>
  </pc:docChgLst>
  <pc:docChgLst>
    <pc:chgData name="Hu Chuan-Peng" userId="b3f3f6a417be6905" providerId="LiveId" clId="{1C97BDAB-7AB6-4048-B967-36A9129254C2}"/>
    <pc:docChg chg="undo custSel addSld delSld modSld sldOrd">
      <pc:chgData name="Hu Chuan-Peng" userId="b3f3f6a417be6905" providerId="LiveId" clId="{1C97BDAB-7AB6-4048-B967-36A9129254C2}" dt="2025-02-19T10:03:25.922" v="2180" actId="478"/>
      <pc:docMkLst>
        <pc:docMk/>
      </pc:docMkLst>
      <pc:sldChg chg="delSp mod">
        <pc:chgData name="Hu Chuan-Peng" userId="b3f3f6a417be6905" providerId="LiveId" clId="{1C97BDAB-7AB6-4048-B967-36A9129254C2}" dt="2025-02-19T10:03:25.922" v="2180" actId="478"/>
        <pc:sldMkLst>
          <pc:docMk/>
          <pc:sldMk cId="3437865053" sldId="256"/>
        </pc:sldMkLst>
        <pc:picChg chg="del">
          <ac:chgData name="Hu Chuan-Peng" userId="b3f3f6a417be6905" providerId="LiveId" clId="{1C97BDAB-7AB6-4048-B967-36A9129254C2}" dt="2025-02-19T10:03:24.794" v="2179" actId="478"/>
          <ac:picMkLst>
            <pc:docMk/>
            <pc:sldMk cId="3437865053" sldId="256"/>
            <ac:picMk id="17" creationId="{00000000-0000-0000-0000-000000000000}"/>
          </ac:picMkLst>
        </pc:picChg>
        <pc:picChg chg="del">
          <ac:chgData name="Hu Chuan-Peng" userId="b3f3f6a417be6905" providerId="LiveId" clId="{1C97BDAB-7AB6-4048-B967-36A9129254C2}" dt="2025-02-19T10:03:25.922" v="2180" actId="478"/>
          <ac:picMkLst>
            <pc:docMk/>
            <pc:sldMk cId="3437865053" sldId="256"/>
            <ac:picMk id="22" creationId="{00000000-0000-0000-0000-000000000000}"/>
          </ac:picMkLst>
        </pc:picChg>
      </pc:sldChg>
      <pc:sldChg chg="modSp mod">
        <pc:chgData name="Hu Chuan-Peng" userId="b3f3f6a417be6905" providerId="LiveId" clId="{1C97BDAB-7AB6-4048-B967-36A9129254C2}" dt="2025-02-19T06:55:42.575" v="108" actId="1076"/>
        <pc:sldMkLst>
          <pc:docMk/>
          <pc:sldMk cId="1374431123" sldId="262"/>
        </pc:sldMkLst>
        <pc:spChg chg="mod">
          <ac:chgData name="Hu Chuan-Peng" userId="b3f3f6a417be6905" providerId="LiveId" clId="{1C97BDAB-7AB6-4048-B967-36A9129254C2}" dt="2025-02-19T06:55:36.384" v="107" actId="20577"/>
          <ac:spMkLst>
            <pc:docMk/>
            <pc:sldMk cId="1374431123" sldId="262"/>
            <ac:spMk id="4" creationId="{1C619C0B-E7F6-DE08-0031-AD7FE7448E03}"/>
          </ac:spMkLst>
        </pc:spChg>
        <pc:spChg chg="mod">
          <ac:chgData name="Hu Chuan-Peng" userId="b3f3f6a417be6905" providerId="LiveId" clId="{1C97BDAB-7AB6-4048-B967-36A9129254C2}" dt="2025-02-19T06:55:42.575" v="108" actId="1076"/>
          <ac:spMkLst>
            <pc:docMk/>
            <pc:sldMk cId="1374431123" sldId="262"/>
            <ac:spMk id="7" creationId="{00000000-0000-0000-0000-000000000000}"/>
          </ac:spMkLst>
        </pc:spChg>
      </pc:sldChg>
      <pc:sldChg chg="modSp mod">
        <pc:chgData name="Hu Chuan-Peng" userId="b3f3f6a417be6905" providerId="LiveId" clId="{1C97BDAB-7AB6-4048-B967-36A9129254C2}" dt="2025-02-19T06:53:21.235" v="36" actId="114"/>
        <pc:sldMkLst>
          <pc:docMk/>
          <pc:sldMk cId="3538239809" sldId="277"/>
        </pc:sldMkLst>
        <pc:spChg chg="mod">
          <ac:chgData name="Hu Chuan-Peng" userId="b3f3f6a417be6905" providerId="LiveId" clId="{1C97BDAB-7AB6-4048-B967-36A9129254C2}" dt="2025-02-19T06:53:21.235" v="36" actId="114"/>
          <ac:spMkLst>
            <pc:docMk/>
            <pc:sldMk cId="3538239809" sldId="277"/>
            <ac:spMk id="5" creationId="{E229D11F-00E2-8526-D412-6FC75D58507C}"/>
          </ac:spMkLst>
        </pc:spChg>
      </pc:sldChg>
      <pc:sldChg chg="modSp mod">
        <pc:chgData name="Hu Chuan-Peng" userId="b3f3f6a417be6905" providerId="LiveId" clId="{1C97BDAB-7AB6-4048-B967-36A9129254C2}" dt="2025-02-19T08:17:05.321" v="1081" actId="20577"/>
        <pc:sldMkLst>
          <pc:docMk/>
          <pc:sldMk cId="42272588" sldId="306"/>
        </pc:sldMkLst>
        <pc:spChg chg="mod">
          <ac:chgData name="Hu Chuan-Peng" userId="b3f3f6a417be6905" providerId="LiveId" clId="{1C97BDAB-7AB6-4048-B967-36A9129254C2}" dt="2025-02-19T08:16:44.256" v="1068" actId="20577"/>
          <ac:spMkLst>
            <pc:docMk/>
            <pc:sldMk cId="42272588" sldId="306"/>
            <ac:spMk id="2" creationId="{70808846-D346-859B-3D3F-EAC99557A0D0}"/>
          </ac:spMkLst>
        </pc:spChg>
        <pc:spChg chg="mod">
          <ac:chgData name="Hu Chuan-Peng" userId="b3f3f6a417be6905" providerId="LiveId" clId="{1C97BDAB-7AB6-4048-B967-36A9129254C2}" dt="2025-02-19T08:17:05.321" v="1081" actId="20577"/>
          <ac:spMkLst>
            <pc:docMk/>
            <pc:sldMk cId="42272588" sldId="306"/>
            <ac:spMk id="3" creationId="{1519B741-2709-0B31-0E33-F78357CBBF62}"/>
          </ac:spMkLst>
        </pc:spChg>
      </pc:sldChg>
      <pc:sldChg chg="modSp mod">
        <pc:chgData name="Hu Chuan-Peng" userId="b3f3f6a417be6905" providerId="LiveId" clId="{1C97BDAB-7AB6-4048-B967-36A9129254C2}" dt="2025-02-19T08:17:33.636" v="1117" actId="20577"/>
        <pc:sldMkLst>
          <pc:docMk/>
          <pc:sldMk cId="1907582632" sldId="307"/>
        </pc:sldMkLst>
        <pc:spChg chg="mod">
          <ac:chgData name="Hu Chuan-Peng" userId="b3f3f6a417be6905" providerId="LiveId" clId="{1C97BDAB-7AB6-4048-B967-36A9129254C2}" dt="2025-02-19T08:17:33.636" v="1117" actId="20577"/>
          <ac:spMkLst>
            <pc:docMk/>
            <pc:sldMk cId="1907582632" sldId="307"/>
            <ac:spMk id="2" creationId="{9EDC1839-03CB-6281-8E31-7939994D56B3}"/>
          </ac:spMkLst>
        </pc:spChg>
      </pc:sldChg>
      <pc:sldChg chg="modSp mod">
        <pc:chgData name="Hu Chuan-Peng" userId="b3f3f6a417be6905" providerId="LiveId" clId="{1C97BDAB-7AB6-4048-B967-36A9129254C2}" dt="2025-02-19T08:17:45.317" v="1118"/>
        <pc:sldMkLst>
          <pc:docMk/>
          <pc:sldMk cId="518895282" sldId="308"/>
        </pc:sldMkLst>
        <pc:spChg chg="mod">
          <ac:chgData name="Hu Chuan-Peng" userId="b3f3f6a417be6905" providerId="LiveId" clId="{1C97BDAB-7AB6-4048-B967-36A9129254C2}" dt="2025-02-19T08:17:45.317" v="1118"/>
          <ac:spMkLst>
            <pc:docMk/>
            <pc:sldMk cId="518895282" sldId="308"/>
            <ac:spMk id="2" creationId="{F5494F1B-E898-455E-5243-62DED2F7F994}"/>
          </ac:spMkLst>
        </pc:spChg>
      </pc:sldChg>
      <pc:sldChg chg="modSp del mod">
        <pc:chgData name="Hu Chuan-Peng" userId="b3f3f6a417be6905" providerId="LiveId" clId="{1C97BDAB-7AB6-4048-B967-36A9129254C2}" dt="2025-02-19T08:17:52.664" v="1120" actId="2696"/>
        <pc:sldMkLst>
          <pc:docMk/>
          <pc:sldMk cId="435568941" sldId="309"/>
        </pc:sldMkLst>
        <pc:spChg chg="mod">
          <ac:chgData name="Hu Chuan-Peng" userId="b3f3f6a417be6905" providerId="LiveId" clId="{1C97BDAB-7AB6-4048-B967-36A9129254C2}" dt="2025-02-19T08:17:50.591" v="1119"/>
          <ac:spMkLst>
            <pc:docMk/>
            <pc:sldMk cId="435568941" sldId="309"/>
            <ac:spMk id="2" creationId="{6C7DC654-8091-19B4-6A1A-5846B6011086}"/>
          </ac:spMkLst>
        </pc:spChg>
      </pc:sldChg>
      <pc:sldChg chg="del">
        <pc:chgData name="Hu Chuan-Peng" userId="b3f3f6a417be6905" providerId="LiveId" clId="{1C97BDAB-7AB6-4048-B967-36A9129254C2}" dt="2025-02-19T08:17:55.396" v="1121" actId="2696"/>
        <pc:sldMkLst>
          <pc:docMk/>
          <pc:sldMk cId="2600814022" sldId="310"/>
        </pc:sldMkLst>
      </pc:sldChg>
      <pc:sldChg chg="modSp mod">
        <pc:chgData name="Hu Chuan-Peng" userId="b3f3f6a417be6905" providerId="LiveId" clId="{1C97BDAB-7AB6-4048-B967-36A9129254C2}" dt="2025-02-19T08:19:10.190" v="1326" actId="20577"/>
        <pc:sldMkLst>
          <pc:docMk/>
          <pc:sldMk cId="4270654330" sldId="311"/>
        </pc:sldMkLst>
        <pc:spChg chg="mod">
          <ac:chgData name="Hu Chuan-Peng" userId="b3f3f6a417be6905" providerId="LiveId" clId="{1C97BDAB-7AB6-4048-B967-36A9129254C2}" dt="2025-02-19T08:17:59.113" v="1122"/>
          <ac:spMkLst>
            <pc:docMk/>
            <pc:sldMk cId="4270654330" sldId="311"/>
            <ac:spMk id="2" creationId="{593FFB44-BD0A-E84B-1DFD-D56B10D3F51A}"/>
          </ac:spMkLst>
        </pc:spChg>
        <pc:spChg chg="mod">
          <ac:chgData name="Hu Chuan-Peng" userId="b3f3f6a417be6905" providerId="LiveId" clId="{1C97BDAB-7AB6-4048-B967-36A9129254C2}" dt="2025-02-19T08:19:10.190" v="1326" actId="20577"/>
          <ac:spMkLst>
            <pc:docMk/>
            <pc:sldMk cId="4270654330" sldId="311"/>
            <ac:spMk id="3" creationId="{1519B741-2709-0B31-0E33-F78357CBBF62}"/>
          </ac:spMkLst>
        </pc:spChg>
      </pc:sldChg>
      <pc:sldChg chg="del">
        <pc:chgData name="Hu Chuan-Peng" userId="b3f3f6a417be6905" providerId="LiveId" clId="{1C97BDAB-7AB6-4048-B967-36A9129254C2}" dt="2025-02-19T08:19:33.302" v="1327" actId="2696"/>
        <pc:sldMkLst>
          <pc:docMk/>
          <pc:sldMk cId="2837552427" sldId="312"/>
        </pc:sldMkLst>
      </pc:sldChg>
      <pc:sldChg chg="modSp mod">
        <pc:chgData name="Hu Chuan-Peng" userId="b3f3f6a417be6905" providerId="LiveId" clId="{1C97BDAB-7AB6-4048-B967-36A9129254C2}" dt="2025-02-19T08:26:19.951" v="1415" actId="1076"/>
        <pc:sldMkLst>
          <pc:docMk/>
          <pc:sldMk cId="263359230" sldId="314"/>
        </pc:sldMkLst>
        <pc:picChg chg="mod">
          <ac:chgData name="Hu Chuan-Peng" userId="b3f3f6a417be6905" providerId="LiveId" clId="{1C97BDAB-7AB6-4048-B967-36A9129254C2}" dt="2025-02-19T08:26:19.951" v="1415" actId="1076"/>
          <ac:picMkLst>
            <pc:docMk/>
            <pc:sldMk cId="263359230" sldId="314"/>
            <ac:picMk id="5" creationId="{CFF5F507-31F4-43BC-BF8B-0A109B9F8D2B}"/>
          </ac:picMkLst>
        </pc:picChg>
      </pc:sldChg>
      <pc:sldChg chg="modSp mod">
        <pc:chgData name="Hu Chuan-Peng" userId="b3f3f6a417be6905" providerId="LiveId" clId="{1C97BDAB-7AB6-4048-B967-36A9129254C2}" dt="2025-02-19T08:40:14.569" v="1963" actId="20577"/>
        <pc:sldMkLst>
          <pc:docMk/>
          <pc:sldMk cId="2326956566" sldId="321"/>
        </pc:sldMkLst>
        <pc:spChg chg="mod">
          <ac:chgData name="Hu Chuan-Peng" userId="b3f3f6a417be6905" providerId="LiveId" clId="{1C97BDAB-7AB6-4048-B967-36A9129254C2}" dt="2025-02-19T08:40:01.510" v="1933" actId="20577"/>
          <ac:spMkLst>
            <pc:docMk/>
            <pc:sldMk cId="2326956566" sldId="321"/>
            <ac:spMk id="2" creationId="{78B0F2D6-29A8-CDFE-7B95-ACD8091C9641}"/>
          </ac:spMkLst>
        </pc:spChg>
        <pc:spChg chg="mod">
          <ac:chgData name="Hu Chuan-Peng" userId="b3f3f6a417be6905" providerId="LiveId" clId="{1C97BDAB-7AB6-4048-B967-36A9129254C2}" dt="2025-02-19T08:40:14.569" v="1963" actId="20577"/>
          <ac:spMkLst>
            <pc:docMk/>
            <pc:sldMk cId="2326956566" sldId="321"/>
            <ac:spMk id="3" creationId="{1519B741-2709-0B31-0E33-F78357CBBF62}"/>
          </ac:spMkLst>
        </pc:spChg>
      </pc:sldChg>
      <pc:sldChg chg="addSp modSp mod">
        <pc:chgData name="Hu Chuan-Peng" userId="b3f3f6a417be6905" providerId="LiveId" clId="{1C97BDAB-7AB6-4048-B967-36A9129254C2}" dt="2025-02-19T08:47:33.901" v="2162" actId="20577"/>
        <pc:sldMkLst>
          <pc:docMk/>
          <pc:sldMk cId="1738490251" sldId="329"/>
        </pc:sldMkLst>
        <pc:spChg chg="mod">
          <ac:chgData name="Hu Chuan-Peng" userId="b3f3f6a417be6905" providerId="LiveId" clId="{1C97BDAB-7AB6-4048-B967-36A9129254C2}" dt="2025-02-19T08:40:28.457" v="1996" actId="20577"/>
          <ac:spMkLst>
            <pc:docMk/>
            <pc:sldMk cId="1738490251" sldId="329"/>
            <ac:spMk id="2" creationId="{F8D45E6E-9AC0-BABE-DD74-9EA01F280910}"/>
          </ac:spMkLst>
        </pc:spChg>
        <pc:spChg chg="add mod">
          <ac:chgData name="Hu Chuan-Peng" userId="b3f3f6a417be6905" providerId="LiveId" clId="{1C97BDAB-7AB6-4048-B967-36A9129254C2}" dt="2025-02-19T08:47:33.901" v="2162" actId="20577"/>
          <ac:spMkLst>
            <pc:docMk/>
            <pc:sldMk cId="1738490251" sldId="329"/>
            <ac:spMk id="4" creationId="{EC80295B-09D1-C2E7-945C-74114F374063}"/>
          </ac:spMkLst>
        </pc:spChg>
      </pc:sldChg>
      <pc:sldChg chg="modSp mod">
        <pc:chgData name="Hu Chuan-Peng" userId="b3f3f6a417be6905" providerId="LiveId" clId="{1C97BDAB-7AB6-4048-B967-36A9129254C2}" dt="2025-02-19T06:50:56.998" v="10" actId="20577"/>
        <pc:sldMkLst>
          <pc:docMk/>
          <pc:sldMk cId="1190602039" sldId="333"/>
        </pc:sldMkLst>
        <pc:spChg chg="mod">
          <ac:chgData name="Hu Chuan-Peng" userId="b3f3f6a417be6905" providerId="LiveId" clId="{1C97BDAB-7AB6-4048-B967-36A9129254C2}" dt="2025-02-19T06:50:56.998" v="10" actId="20577"/>
          <ac:spMkLst>
            <pc:docMk/>
            <pc:sldMk cId="1190602039" sldId="333"/>
            <ac:spMk id="2" creationId="{C0911DCB-12B2-C0EB-2594-A64156A7B0B4}"/>
          </ac:spMkLst>
        </pc:spChg>
      </pc:sldChg>
      <pc:sldChg chg="modSp mod">
        <pc:chgData name="Hu Chuan-Peng" userId="b3f3f6a417be6905" providerId="LiveId" clId="{1C97BDAB-7AB6-4048-B967-36A9129254C2}" dt="2025-02-19T06:51:05.014" v="21" actId="20577"/>
        <pc:sldMkLst>
          <pc:docMk/>
          <pc:sldMk cId="2768485723" sldId="337"/>
        </pc:sldMkLst>
        <pc:spChg chg="mod">
          <ac:chgData name="Hu Chuan-Peng" userId="b3f3f6a417be6905" providerId="LiveId" clId="{1C97BDAB-7AB6-4048-B967-36A9129254C2}" dt="2025-02-19T06:51:05.014" v="21" actId="20577"/>
          <ac:spMkLst>
            <pc:docMk/>
            <pc:sldMk cId="2768485723" sldId="337"/>
            <ac:spMk id="2" creationId="{C0911DCB-12B2-C0EB-2594-A64156A7B0B4}"/>
          </ac:spMkLst>
        </pc:spChg>
      </pc:sldChg>
      <pc:sldChg chg="modSp mod">
        <pc:chgData name="Hu Chuan-Peng" userId="b3f3f6a417be6905" providerId="LiveId" clId="{1C97BDAB-7AB6-4048-B967-36A9129254C2}" dt="2025-02-19T07:08:47.396" v="152" actId="1076"/>
        <pc:sldMkLst>
          <pc:docMk/>
          <pc:sldMk cId="677732678" sldId="340"/>
        </pc:sldMkLst>
        <pc:spChg chg="mod">
          <ac:chgData name="Hu Chuan-Peng" userId="b3f3f6a417be6905" providerId="LiveId" clId="{1C97BDAB-7AB6-4048-B967-36A9129254C2}" dt="2025-02-19T07:08:47.396" v="152" actId="1076"/>
          <ac:spMkLst>
            <pc:docMk/>
            <pc:sldMk cId="677732678" sldId="340"/>
            <ac:spMk id="5" creationId="{7EFEE465-C57A-677A-5D96-F6B96250E9C9}"/>
          </ac:spMkLst>
        </pc:spChg>
      </pc:sldChg>
      <pc:sldChg chg="del">
        <pc:chgData name="Hu Chuan-Peng" userId="b3f3f6a417be6905" providerId="LiveId" clId="{1C97BDAB-7AB6-4048-B967-36A9129254C2}" dt="2025-02-19T06:54:08.207" v="37" actId="2696"/>
        <pc:sldMkLst>
          <pc:docMk/>
          <pc:sldMk cId="4195407968" sldId="347"/>
        </pc:sldMkLst>
      </pc:sldChg>
      <pc:sldChg chg="addSp delSp modSp new mod ord">
        <pc:chgData name="Hu Chuan-Peng" userId="b3f3f6a417be6905" providerId="LiveId" clId="{1C97BDAB-7AB6-4048-B967-36A9129254C2}" dt="2025-02-19T08:12:34.594" v="859" actId="20578"/>
        <pc:sldMkLst>
          <pc:docMk/>
          <pc:sldMk cId="3675489729" sldId="353"/>
        </pc:sldMkLst>
        <pc:spChg chg="del">
          <ac:chgData name="Hu Chuan-Peng" userId="b3f3f6a417be6905" providerId="LiveId" clId="{1C97BDAB-7AB6-4048-B967-36A9129254C2}" dt="2025-02-19T07:18:29.122" v="154" actId="1032"/>
          <ac:spMkLst>
            <pc:docMk/>
            <pc:sldMk cId="3675489729" sldId="353"/>
            <ac:spMk id="3" creationId="{9B367EDC-DB02-1B27-B4B1-ED914BCF84E2}"/>
          </ac:spMkLst>
        </pc:spChg>
        <pc:spChg chg="add mod">
          <ac:chgData name="Hu Chuan-Peng" userId="b3f3f6a417be6905" providerId="LiveId" clId="{1C97BDAB-7AB6-4048-B967-36A9129254C2}" dt="2025-02-19T07:30:52.524" v="628" actId="1035"/>
          <ac:spMkLst>
            <pc:docMk/>
            <pc:sldMk cId="3675489729" sldId="353"/>
            <ac:spMk id="5" creationId="{BE8ADEEE-8EA3-DFAB-312F-00995A1EEA7A}"/>
          </ac:spMkLst>
        </pc:spChg>
        <pc:spChg chg="add mod">
          <ac:chgData name="Hu Chuan-Peng" userId="b3f3f6a417be6905" providerId="LiveId" clId="{1C97BDAB-7AB6-4048-B967-36A9129254C2}" dt="2025-02-19T07:30:52.524" v="628" actId="1035"/>
          <ac:spMkLst>
            <pc:docMk/>
            <pc:sldMk cId="3675489729" sldId="353"/>
            <ac:spMk id="6" creationId="{1DA3851D-DB95-3BF8-8B40-074E1E129C03}"/>
          </ac:spMkLst>
        </pc:spChg>
        <pc:spChg chg="add mod">
          <ac:chgData name="Hu Chuan-Peng" userId="b3f3f6a417be6905" providerId="LiveId" clId="{1C97BDAB-7AB6-4048-B967-36A9129254C2}" dt="2025-02-19T07:30:52.524" v="628" actId="1035"/>
          <ac:spMkLst>
            <pc:docMk/>
            <pc:sldMk cId="3675489729" sldId="353"/>
            <ac:spMk id="7" creationId="{94A44816-0067-70BF-04E4-6EF21AC80B08}"/>
          </ac:spMkLst>
        </pc:spChg>
        <pc:spChg chg="add mod">
          <ac:chgData name="Hu Chuan-Peng" userId="b3f3f6a417be6905" providerId="LiveId" clId="{1C97BDAB-7AB6-4048-B967-36A9129254C2}" dt="2025-02-19T07:30:52.524" v="628" actId="1035"/>
          <ac:spMkLst>
            <pc:docMk/>
            <pc:sldMk cId="3675489729" sldId="353"/>
            <ac:spMk id="8" creationId="{EA879170-05E7-97EF-69BC-A28B961E5904}"/>
          </ac:spMkLst>
        </pc:spChg>
        <pc:spChg chg="add del mod">
          <ac:chgData name="Hu Chuan-Peng" userId="b3f3f6a417be6905" providerId="LiveId" clId="{1C97BDAB-7AB6-4048-B967-36A9129254C2}" dt="2025-02-19T07:25:59.915" v="468" actId="478"/>
          <ac:spMkLst>
            <pc:docMk/>
            <pc:sldMk cId="3675489729" sldId="353"/>
            <ac:spMk id="9" creationId="{50D1A1F0-A16F-512B-67A5-38AB9D0A4795}"/>
          </ac:spMkLst>
        </pc:spChg>
        <pc:spChg chg="add mod">
          <ac:chgData name="Hu Chuan-Peng" userId="b3f3f6a417be6905" providerId="LiveId" clId="{1C97BDAB-7AB6-4048-B967-36A9129254C2}" dt="2025-02-19T07:32:05.007" v="704" actId="114"/>
          <ac:spMkLst>
            <pc:docMk/>
            <pc:sldMk cId="3675489729" sldId="353"/>
            <ac:spMk id="10" creationId="{0267ED39-02B6-D05B-971A-2175C65AE858}"/>
          </ac:spMkLst>
        </pc:spChg>
        <pc:graphicFrameChg chg="add mod modGraphic">
          <ac:chgData name="Hu Chuan-Peng" userId="b3f3f6a417be6905" providerId="LiveId" clId="{1C97BDAB-7AB6-4048-B967-36A9129254C2}" dt="2025-02-19T07:30:52.524" v="628" actId="1035"/>
          <ac:graphicFrameMkLst>
            <pc:docMk/>
            <pc:sldMk cId="3675489729" sldId="353"/>
            <ac:graphicFrameMk id="4" creationId="{EC5FE0E0-4728-6D65-B45E-8A6A13319845}"/>
          </ac:graphicFrameMkLst>
        </pc:graphicFrameChg>
      </pc:sldChg>
      <pc:sldChg chg="addSp modSp new mod">
        <pc:chgData name="Hu Chuan-Peng" userId="b3f3f6a417be6905" providerId="LiveId" clId="{1C97BDAB-7AB6-4048-B967-36A9129254C2}" dt="2025-02-19T08:09:42.292" v="742" actId="20577"/>
        <pc:sldMkLst>
          <pc:docMk/>
          <pc:sldMk cId="2091223798" sldId="354"/>
        </pc:sldMkLst>
        <pc:spChg chg="add mod">
          <ac:chgData name="Hu Chuan-Peng" userId="b3f3f6a417be6905" providerId="LiveId" clId="{1C97BDAB-7AB6-4048-B967-36A9129254C2}" dt="2025-02-19T08:09:42.292" v="742" actId="20577"/>
          <ac:spMkLst>
            <pc:docMk/>
            <pc:sldMk cId="2091223798" sldId="354"/>
            <ac:spMk id="4" creationId="{833E221E-40A8-0E02-A7F4-7D3640AC7D92}"/>
          </ac:spMkLst>
        </pc:spChg>
      </pc:sldChg>
      <pc:sldChg chg="addSp delSp modSp add mod">
        <pc:chgData name="Hu Chuan-Peng" userId="b3f3f6a417be6905" providerId="LiveId" clId="{1C97BDAB-7AB6-4048-B967-36A9129254C2}" dt="2025-02-19T08:59:38.705" v="2164"/>
        <pc:sldMkLst>
          <pc:docMk/>
          <pc:sldMk cId="323371825" sldId="355"/>
        </pc:sldMkLst>
        <pc:spChg chg="del">
          <ac:chgData name="Hu Chuan-Peng" userId="b3f3f6a417be6905" providerId="LiveId" clId="{1C97BDAB-7AB6-4048-B967-36A9129254C2}" dt="2025-02-19T08:09:54.750" v="744" actId="478"/>
          <ac:spMkLst>
            <pc:docMk/>
            <pc:sldMk cId="323371825" sldId="355"/>
            <ac:spMk id="4" creationId="{833E221E-40A8-0E02-A7F4-7D3640AC7D92}"/>
          </ac:spMkLst>
        </pc:spChg>
        <pc:spChg chg="add mod">
          <ac:chgData name="Hu Chuan-Peng" userId="b3f3f6a417be6905" providerId="LiveId" clId="{1C97BDAB-7AB6-4048-B967-36A9129254C2}" dt="2025-02-19T08:12:03.850" v="858" actId="20577"/>
          <ac:spMkLst>
            <pc:docMk/>
            <pc:sldMk cId="323371825" sldId="355"/>
            <ac:spMk id="6" creationId="{8AAEFBDF-6718-0802-BD24-822699F81176}"/>
          </ac:spMkLst>
        </pc:spChg>
        <pc:picChg chg="add del mod">
          <ac:chgData name="Hu Chuan-Peng" userId="b3f3f6a417be6905" providerId="LiveId" clId="{1C97BDAB-7AB6-4048-B967-36A9129254C2}" dt="2025-02-19T08:59:38.155" v="2163" actId="478"/>
          <ac:picMkLst>
            <pc:docMk/>
            <pc:sldMk cId="323371825" sldId="355"/>
            <ac:picMk id="5" creationId="{A55EC140-AAB2-D69D-1F5D-39B773BCB721}"/>
          </ac:picMkLst>
        </pc:picChg>
        <pc:picChg chg="add mod">
          <ac:chgData name="Hu Chuan-Peng" userId="b3f3f6a417be6905" providerId="LiveId" clId="{1C97BDAB-7AB6-4048-B967-36A9129254C2}" dt="2025-02-19T08:59:38.705" v="2164"/>
          <ac:picMkLst>
            <pc:docMk/>
            <pc:sldMk cId="323371825" sldId="355"/>
            <ac:picMk id="7" creationId="{ADAA7067-93B0-563D-EAEF-55F6D634F114}"/>
          </ac:picMkLst>
        </pc:picChg>
      </pc:sldChg>
      <pc:sldChg chg="delSp modSp add mod">
        <pc:chgData name="Hu Chuan-Peng" userId="b3f3f6a417be6905" providerId="LiveId" clId="{1C97BDAB-7AB6-4048-B967-36A9129254C2}" dt="2025-02-19T08:13:31.831" v="868" actId="1076"/>
        <pc:sldMkLst>
          <pc:docMk/>
          <pc:sldMk cId="2724345579" sldId="356"/>
        </pc:sldMkLst>
        <pc:spChg chg="mod">
          <ac:chgData name="Hu Chuan-Peng" userId="b3f3f6a417be6905" providerId="LiveId" clId="{1C97BDAB-7AB6-4048-B967-36A9129254C2}" dt="2025-02-19T08:13:11.507" v="861" actId="6549"/>
          <ac:spMkLst>
            <pc:docMk/>
            <pc:sldMk cId="2724345579" sldId="356"/>
            <ac:spMk id="2" creationId="{C0911DCB-12B2-C0EB-2594-A64156A7B0B4}"/>
          </ac:spMkLst>
        </pc:spChg>
        <pc:spChg chg="mod">
          <ac:chgData name="Hu Chuan-Peng" userId="b3f3f6a417be6905" providerId="LiveId" clId="{1C97BDAB-7AB6-4048-B967-36A9129254C2}" dt="2025-02-19T08:13:31.831" v="868" actId="1076"/>
          <ac:spMkLst>
            <pc:docMk/>
            <pc:sldMk cId="2724345579" sldId="356"/>
            <ac:spMk id="4" creationId="{D2E44D40-073A-58FD-764C-D7DE65396BB0}"/>
          </ac:spMkLst>
        </pc:spChg>
        <pc:spChg chg="del mod">
          <ac:chgData name="Hu Chuan-Peng" userId="b3f3f6a417be6905" providerId="LiveId" clId="{1C97BDAB-7AB6-4048-B967-36A9129254C2}" dt="2025-02-19T08:13:19.968" v="864" actId="478"/>
          <ac:spMkLst>
            <pc:docMk/>
            <pc:sldMk cId="2724345579" sldId="356"/>
            <ac:spMk id="5" creationId="{75345798-D6D6-7B76-3FDF-41916621185A}"/>
          </ac:spMkLst>
        </pc:spChg>
        <pc:picChg chg="mod">
          <ac:chgData name="Hu Chuan-Peng" userId="b3f3f6a417be6905" providerId="LiveId" clId="{1C97BDAB-7AB6-4048-B967-36A9129254C2}" dt="2025-02-19T08:13:27.998" v="867" actId="1076"/>
          <ac:picMkLst>
            <pc:docMk/>
            <pc:sldMk cId="2724345579" sldId="356"/>
            <ac:picMk id="3" creationId="{167245C2-DF2F-D320-E223-1FEB4FDEBFB5}"/>
          </ac:picMkLst>
        </pc:picChg>
      </pc:sldChg>
      <pc:sldChg chg="addSp delSp modSp add mod">
        <pc:chgData name="Hu Chuan-Peng" userId="b3f3f6a417be6905" providerId="LiveId" clId="{1C97BDAB-7AB6-4048-B967-36A9129254C2}" dt="2025-02-19T10:02:27.905" v="2178" actId="20577"/>
        <pc:sldMkLst>
          <pc:docMk/>
          <pc:sldMk cId="2337246404" sldId="357"/>
        </pc:sldMkLst>
        <pc:spChg chg="mod">
          <ac:chgData name="Hu Chuan-Peng" userId="b3f3f6a417be6905" providerId="LiveId" clId="{1C97BDAB-7AB6-4048-B967-36A9129254C2}" dt="2025-02-19T10:02:27.905" v="2178" actId="20577"/>
          <ac:spMkLst>
            <pc:docMk/>
            <pc:sldMk cId="2337246404" sldId="357"/>
            <ac:spMk id="3" creationId="{1519B741-2709-0B31-0E33-F78357CBBF62}"/>
          </ac:spMkLst>
        </pc:spChg>
        <pc:spChg chg="mod">
          <ac:chgData name="Hu Chuan-Peng" userId="b3f3f6a417be6905" providerId="LiveId" clId="{1C97BDAB-7AB6-4048-B967-36A9129254C2}" dt="2025-02-19T08:22:48.392" v="1403"/>
          <ac:spMkLst>
            <pc:docMk/>
            <pc:sldMk cId="2337246404" sldId="357"/>
            <ac:spMk id="4" creationId="{186A5C49-0730-9EB0-FBF1-72A55971A54E}"/>
          </ac:spMkLst>
        </pc:spChg>
        <pc:spChg chg="del">
          <ac:chgData name="Hu Chuan-Peng" userId="b3f3f6a417be6905" providerId="LiveId" clId="{1C97BDAB-7AB6-4048-B967-36A9129254C2}" dt="2025-02-19T08:23:33.621" v="1405" actId="478"/>
          <ac:spMkLst>
            <pc:docMk/>
            <pc:sldMk cId="2337246404" sldId="357"/>
            <ac:spMk id="9" creationId="{00000000-0000-0000-0000-000000000000}"/>
          </ac:spMkLst>
        </pc:spChg>
        <pc:picChg chg="del">
          <ac:chgData name="Hu Chuan-Peng" userId="b3f3f6a417be6905" providerId="LiveId" clId="{1C97BDAB-7AB6-4048-B967-36A9129254C2}" dt="2025-02-19T08:23:32.548" v="1404" actId="478"/>
          <ac:picMkLst>
            <pc:docMk/>
            <pc:sldMk cId="2337246404" sldId="357"/>
            <ac:picMk id="5" creationId="{CFF5F507-31F4-43BC-BF8B-0A109B9F8D2B}"/>
          </ac:picMkLst>
        </pc:picChg>
        <pc:picChg chg="add mod">
          <ac:chgData name="Hu Chuan-Peng" userId="b3f3f6a417be6905" providerId="LiveId" clId="{1C97BDAB-7AB6-4048-B967-36A9129254C2}" dt="2025-02-19T08:25:57.912" v="1409" actId="1076"/>
          <ac:picMkLst>
            <pc:docMk/>
            <pc:sldMk cId="2337246404" sldId="357"/>
            <ac:picMk id="6" creationId="{80F28B43-B1CB-C81F-7469-82E6E0C625AA}"/>
          </ac:picMkLst>
        </pc:picChg>
        <pc:picChg chg="add mod">
          <ac:chgData name="Hu Chuan-Peng" userId="b3f3f6a417be6905" providerId="LiveId" clId="{1C97BDAB-7AB6-4048-B967-36A9129254C2}" dt="2025-02-19T08:26:07.494" v="1414" actId="1076"/>
          <ac:picMkLst>
            <pc:docMk/>
            <pc:sldMk cId="2337246404" sldId="357"/>
            <ac:picMk id="7" creationId="{9179170E-46CF-3C33-B9EE-5FF69B60FEFE}"/>
          </ac:picMkLst>
        </pc:picChg>
      </pc:sldChg>
      <pc:sldChg chg="addSp delSp modSp add mod ord">
        <pc:chgData name="Hu Chuan-Peng" userId="b3f3f6a417be6905" providerId="LiveId" clId="{1C97BDAB-7AB6-4048-B967-36A9129254C2}" dt="2025-02-19T08:39:57.086" v="1932" actId="20577"/>
        <pc:sldMkLst>
          <pc:docMk/>
          <pc:sldMk cId="2432630637" sldId="358"/>
        </pc:sldMkLst>
        <pc:spChg chg="mod">
          <ac:chgData name="Hu Chuan-Peng" userId="b3f3f6a417be6905" providerId="LiveId" clId="{1C97BDAB-7AB6-4048-B967-36A9129254C2}" dt="2025-02-19T08:39:57.086" v="1932" actId="20577"/>
          <ac:spMkLst>
            <pc:docMk/>
            <pc:sldMk cId="2432630637" sldId="358"/>
            <ac:spMk id="2" creationId="{593FFB44-BD0A-E84B-1DFD-D56B10D3F51A}"/>
          </ac:spMkLst>
        </pc:spChg>
        <pc:spChg chg="mod">
          <ac:chgData name="Hu Chuan-Peng" userId="b3f3f6a417be6905" providerId="LiveId" clId="{1C97BDAB-7AB6-4048-B967-36A9129254C2}" dt="2025-02-19T08:38:20.783" v="1931" actId="20577"/>
          <ac:spMkLst>
            <pc:docMk/>
            <pc:sldMk cId="2432630637" sldId="358"/>
            <ac:spMk id="3" creationId="{1519B741-2709-0B31-0E33-F78357CBBF62}"/>
          </ac:spMkLst>
        </pc:spChg>
        <pc:spChg chg="add mod">
          <ac:chgData name="Hu Chuan-Peng" userId="b3f3f6a417be6905" providerId="LiveId" clId="{1C97BDAB-7AB6-4048-B967-36A9129254C2}" dt="2025-02-19T08:36:52.490" v="1871" actId="1076"/>
          <ac:spMkLst>
            <pc:docMk/>
            <pc:sldMk cId="2432630637" sldId="358"/>
            <ac:spMk id="9" creationId="{8D88975E-3602-1C2E-0093-A2C7E2C9C675}"/>
          </ac:spMkLst>
        </pc:spChg>
        <pc:picChg chg="add del mod">
          <ac:chgData name="Hu Chuan-Peng" userId="b3f3f6a417be6905" providerId="LiveId" clId="{1C97BDAB-7AB6-4048-B967-36A9129254C2}" dt="2025-02-19T08:34:35.852" v="1856"/>
          <ac:picMkLst>
            <pc:docMk/>
            <pc:sldMk cId="2432630637" sldId="358"/>
            <ac:picMk id="4" creationId="{6A500737-3E5F-ED8F-473C-5955C9A0B030}"/>
          </ac:picMkLst>
        </pc:picChg>
        <pc:picChg chg="add del mod">
          <ac:chgData name="Hu Chuan-Peng" userId="b3f3f6a417be6905" providerId="LiveId" clId="{1C97BDAB-7AB6-4048-B967-36A9129254C2}" dt="2025-02-19T08:34:43.042" v="1858"/>
          <ac:picMkLst>
            <pc:docMk/>
            <pc:sldMk cId="2432630637" sldId="358"/>
            <ac:picMk id="5" creationId="{3FA557DD-4F99-CC60-9D4A-0C4B9BEBB1A8}"/>
          </ac:picMkLst>
        </pc:picChg>
        <pc:picChg chg="add mod">
          <ac:chgData name="Hu Chuan-Peng" userId="b3f3f6a417be6905" providerId="LiveId" clId="{1C97BDAB-7AB6-4048-B967-36A9129254C2}" dt="2025-02-19T08:38:02.746" v="1875" actId="1076"/>
          <ac:picMkLst>
            <pc:docMk/>
            <pc:sldMk cId="2432630637" sldId="358"/>
            <ac:picMk id="6" creationId="{7E03C108-B3DB-9BFB-3FF5-5D3B9AD32D46}"/>
          </ac:picMkLst>
        </pc:picChg>
        <pc:picChg chg="add mod">
          <ac:chgData name="Hu Chuan-Peng" userId="b3f3f6a417be6905" providerId="LiveId" clId="{1C97BDAB-7AB6-4048-B967-36A9129254C2}" dt="2025-02-19T08:37:01.872" v="1873" actId="1076"/>
          <ac:picMkLst>
            <pc:docMk/>
            <pc:sldMk cId="2432630637" sldId="358"/>
            <ac:picMk id="7" creationId="{21075DAA-4E43-250C-0317-88F2808B2658}"/>
          </ac:picMkLst>
        </pc:picChg>
      </pc:sldChg>
      <pc:sldChg chg="add del">
        <pc:chgData name="Hu Chuan-Peng" userId="b3f3f6a417be6905" providerId="LiveId" clId="{1C97BDAB-7AB6-4048-B967-36A9129254C2}" dt="2025-02-19T08:26:38.434" v="1417" actId="2890"/>
        <pc:sldMkLst>
          <pc:docMk/>
          <pc:sldMk cId="4250723292" sldId="35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22688E-240A-614E-B030-114CEABBCCA7}" type="doc">
      <dgm:prSet loTypeId="urn:microsoft.com/office/officeart/2005/8/layout/cycle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106B2D0-41F8-BC47-A9E8-812061D023FC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问题</a:t>
          </a:r>
          <a:endParaRPr lang="en-US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(problem)</a:t>
          </a:r>
        </a:p>
      </dgm:t>
    </dgm:pt>
    <dgm:pt modelId="{0B13D10B-F82D-5946-A5A7-FC3A132D7CA0}" type="parTrans" cxnId="{3316F6BB-13C1-934E-A5B4-8DE77D332058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E1A6A6B6-F605-F54D-9D78-6D8CD50DFD87}" type="sibTrans" cxnId="{3316F6BB-13C1-934E-A5B4-8DE77D332058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3E123FCC-6AE0-3D46-8E43-54B623F4BB4C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计划</a:t>
          </a:r>
          <a:endParaRPr lang="en-US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(plan)</a:t>
          </a:r>
        </a:p>
      </dgm:t>
    </dgm:pt>
    <dgm:pt modelId="{CF3CB42C-F521-804C-AA04-C45671CD5579}" type="parTrans" cxnId="{FFAD44D6-53E0-4A41-918E-E2AD2DE5D13D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5DEE7C99-685E-224B-93F2-640AAD39CEEA}" type="sibTrans" cxnId="{FFAD44D6-53E0-4A41-918E-E2AD2DE5D13D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C6892EA2-E632-6241-833D-6ADBB1C225AD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数据</a:t>
          </a:r>
          <a:endParaRPr lang="en-US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(data)</a:t>
          </a:r>
        </a:p>
      </dgm:t>
    </dgm:pt>
    <dgm:pt modelId="{E169E72F-D51F-E440-A1FC-2A25D9F95DD4}" type="parTrans" cxnId="{8A531312-306F-334A-B84A-4F5BC209F2BF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190CD66C-9D1C-4049-8326-2C627670233F}" type="sibTrans" cxnId="{8A531312-306F-334A-B84A-4F5BC209F2BF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A4BFD3E2-7F9A-4448-B90B-B91DD38430CB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分析</a:t>
          </a:r>
          <a:endParaRPr lang="en-US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(analysis)</a:t>
          </a:r>
        </a:p>
      </dgm:t>
    </dgm:pt>
    <dgm:pt modelId="{76D5CD9D-4A15-2B4B-9AFE-B1762FECCBB4}" type="parTrans" cxnId="{F3060911-7DFB-AE4B-9D20-47C988F0BD3B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D2458287-FB1F-2542-9800-FA76631CA163}" type="sibTrans" cxnId="{F3060911-7DFB-AE4B-9D20-47C988F0BD3B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2A9BA04A-3486-8A4F-9294-205348CC7A55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结论</a:t>
          </a:r>
          <a:endParaRPr lang="en-US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(conclusion)</a:t>
          </a:r>
        </a:p>
      </dgm:t>
    </dgm:pt>
    <dgm:pt modelId="{3A6CC60F-6824-A34A-B957-8B9B915ABD18}" type="parTrans" cxnId="{C58665B5-85F1-C740-95BF-0D4BB21FB85B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30DFA114-6970-0945-97D2-02C947ACEE02}" type="sibTrans" cxnId="{C58665B5-85F1-C740-95BF-0D4BB21FB85B}">
      <dgm:prSet/>
      <dgm:spPr/>
      <dgm:t>
        <a:bodyPr/>
        <a:lstStyle/>
        <a:p>
          <a:endParaRPr lang="en-US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gm:t>
    </dgm:pt>
    <dgm:pt modelId="{3527D528-DF87-514F-AAAE-63AA69964652}" type="pres">
      <dgm:prSet presAssocID="{AB22688E-240A-614E-B030-114CEABBCCA7}" presName="cycle" presStyleCnt="0">
        <dgm:presLayoutVars>
          <dgm:dir/>
          <dgm:resizeHandles val="exact"/>
        </dgm:presLayoutVars>
      </dgm:prSet>
      <dgm:spPr/>
    </dgm:pt>
    <dgm:pt modelId="{E3883C7E-691E-354A-83BC-BA392449F2DC}" type="pres">
      <dgm:prSet presAssocID="{9106B2D0-41F8-BC47-A9E8-812061D023FC}" presName="node" presStyleLbl="node1" presStyleIdx="0" presStyleCnt="5">
        <dgm:presLayoutVars>
          <dgm:bulletEnabled val="1"/>
        </dgm:presLayoutVars>
      </dgm:prSet>
      <dgm:spPr/>
    </dgm:pt>
    <dgm:pt modelId="{8EF4E92E-FAE3-E249-8648-697BCE3A9BCE}" type="pres">
      <dgm:prSet presAssocID="{E1A6A6B6-F605-F54D-9D78-6D8CD50DFD87}" presName="sibTrans" presStyleLbl="sibTrans2D1" presStyleIdx="0" presStyleCnt="5"/>
      <dgm:spPr/>
    </dgm:pt>
    <dgm:pt modelId="{BC718E8C-2088-C647-90E8-BDC136D72C67}" type="pres">
      <dgm:prSet presAssocID="{E1A6A6B6-F605-F54D-9D78-6D8CD50DFD87}" presName="connectorText" presStyleLbl="sibTrans2D1" presStyleIdx="0" presStyleCnt="5"/>
      <dgm:spPr/>
    </dgm:pt>
    <dgm:pt modelId="{35A5E16C-DE49-AA49-A889-265AF641BE1B}" type="pres">
      <dgm:prSet presAssocID="{3E123FCC-6AE0-3D46-8E43-54B623F4BB4C}" presName="node" presStyleLbl="node1" presStyleIdx="1" presStyleCnt="5">
        <dgm:presLayoutVars>
          <dgm:bulletEnabled val="1"/>
        </dgm:presLayoutVars>
      </dgm:prSet>
      <dgm:spPr/>
    </dgm:pt>
    <dgm:pt modelId="{8A255420-16E5-7349-841D-BA965A9BA337}" type="pres">
      <dgm:prSet presAssocID="{5DEE7C99-685E-224B-93F2-640AAD39CEEA}" presName="sibTrans" presStyleLbl="sibTrans2D1" presStyleIdx="1" presStyleCnt="5"/>
      <dgm:spPr/>
    </dgm:pt>
    <dgm:pt modelId="{D3EF5F33-89A3-6343-90EF-789507B2CA8C}" type="pres">
      <dgm:prSet presAssocID="{5DEE7C99-685E-224B-93F2-640AAD39CEEA}" presName="connectorText" presStyleLbl="sibTrans2D1" presStyleIdx="1" presStyleCnt="5"/>
      <dgm:spPr/>
    </dgm:pt>
    <dgm:pt modelId="{5A2A66E8-CD15-B44B-8A11-C1A2866CDEB0}" type="pres">
      <dgm:prSet presAssocID="{C6892EA2-E632-6241-833D-6ADBB1C225AD}" presName="node" presStyleLbl="node1" presStyleIdx="2" presStyleCnt="5">
        <dgm:presLayoutVars>
          <dgm:bulletEnabled val="1"/>
        </dgm:presLayoutVars>
      </dgm:prSet>
      <dgm:spPr/>
    </dgm:pt>
    <dgm:pt modelId="{BCC88C49-0688-B640-9AF8-6C98E46EAB13}" type="pres">
      <dgm:prSet presAssocID="{190CD66C-9D1C-4049-8326-2C627670233F}" presName="sibTrans" presStyleLbl="sibTrans2D1" presStyleIdx="2" presStyleCnt="5"/>
      <dgm:spPr/>
    </dgm:pt>
    <dgm:pt modelId="{B38F48D5-B578-174F-8272-16FFF6D5934A}" type="pres">
      <dgm:prSet presAssocID="{190CD66C-9D1C-4049-8326-2C627670233F}" presName="connectorText" presStyleLbl="sibTrans2D1" presStyleIdx="2" presStyleCnt="5"/>
      <dgm:spPr/>
    </dgm:pt>
    <dgm:pt modelId="{90956B12-44C0-6749-A185-358B68F97EFF}" type="pres">
      <dgm:prSet presAssocID="{A4BFD3E2-7F9A-4448-B90B-B91DD38430CB}" presName="node" presStyleLbl="node1" presStyleIdx="3" presStyleCnt="5">
        <dgm:presLayoutVars>
          <dgm:bulletEnabled val="1"/>
        </dgm:presLayoutVars>
      </dgm:prSet>
      <dgm:spPr/>
    </dgm:pt>
    <dgm:pt modelId="{E313E7B1-20DD-E147-AC7B-F1F336AF21CB}" type="pres">
      <dgm:prSet presAssocID="{D2458287-FB1F-2542-9800-FA76631CA163}" presName="sibTrans" presStyleLbl="sibTrans2D1" presStyleIdx="3" presStyleCnt="5"/>
      <dgm:spPr/>
    </dgm:pt>
    <dgm:pt modelId="{3C22165F-9405-DE42-A7E1-174534243CF6}" type="pres">
      <dgm:prSet presAssocID="{D2458287-FB1F-2542-9800-FA76631CA163}" presName="connectorText" presStyleLbl="sibTrans2D1" presStyleIdx="3" presStyleCnt="5"/>
      <dgm:spPr/>
    </dgm:pt>
    <dgm:pt modelId="{33B05E0B-2F0B-7D4C-80A4-551CE50C99F2}" type="pres">
      <dgm:prSet presAssocID="{2A9BA04A-3486-8A4F-9294-205348CC7A55}" presName="node" presStyleLbl="node1" presStyleIdx="4" presStyleCnt="5">
        <dgm:presLayoutVars>
          <dgm:bulletEnabled val="1"/>
        </dgm:presLayoutVars>
      </dgm:prSet>
      <dgm:spPr/>
    </dgm:pt>
    <dgm:pt modelId="{96424396-B900-324F-B5E3-A1BB4EBD941F}" type="pres">
      <dgm:prSet presAssocID="{30DFA114-6970-0945-97D2-02C947ACEE02}" presName="sibTrans" presStyleLbl="sibTrans2D1" presStyleIdx="4" presStyleCnt="5"/>
      <dgm:spPr/>
    </dgm:pt>
    <dgm:pt modelId="{274F5D26-5108-4646-9EB6-AA6F387C944F}" type="pres">
      <dgm:prSet presAssocID="{30DFA114-6970-0945-97D2-02C947ACEE02}" presName="connectorText" presStyleLbl="sibTrans2D1" presStyleIdx="4" presStyleCnt="5"/>
      <dgm:spPr/>
    </dgm:pt>
  </dgm:ptLst>
  <dgm:cxnLst>
    <dgm:cxn modelId="{F3060911-7DFB-AE4B-9D20-47C988F0BD3B}" srcId="{AB22688E-240A-614E-B030-114CEABBCCA7}" destId="{A4BFD3E2-7F9A-4448-B90B-B91DD38430CB}" srcOrd="3" destOrd="0" parTransId="{76D5CD9D-4A15-2B4B-9AFE-B1762FECCBB4}" sibTransId="{D2458287-FB1F-2542-9800-FA76631CA163}"/>
    <dgm:cxn modelId="{8A531312-306F-334A-B84A-4F5BC209F2BF}" srcId="{AB22688E-240A-614E-B030-114CEABBCCA7}" destId="{C6892EA2-E632-6241-833D-6ADBB1C225AD}" srcOrd="2" destOrd="0" parTransId="{E169E72F-D51F-E440-A1FC-2A25D9F95DD4}" sibTransId="{190CD66C-9D1C-4049-8326-2C627670233F}"/>
    <dgm:cxn modelId="{1AB81113-39C4-F644-962F-59BBEB2614D7}" type="presOf" srcId="{C6892EA2-E632-6241-833D-6ADBB1C225AD}" destId="{5A2A66E8-CD15-B44B-8A11-C1A2866CDEB0}" srcOrd="0" destOrd="0" presId="urn:microsoft.com/office/officeart/2005/8/layout/cycle2"/>
    <dgm:cxn modelId="{EEE81231-1660-0C4E-A0D3-F337DF37F86B}" type="presOf" srcId="{E1A6A6B6-F605-F54D-9D78-6D8CD50DFD87}" destId="{8EF4E92E-FAE3-E249-8648-697BCE3A9BCE}" srcOrd="0" destOrd="0" presId="urn:microsoft.com/office/officeart/2005/8/layout/cycle2"/>
    <dgm:cxn modelId="{C8E87434-CDCA-BA4A-A1D5-DF666DD4613A}" type="presOf" srcId="{E1A6A6B6-F605-F54D-9D78-6D8CD50DFD87}" destId="{BC718E8C-2088-C647-90E8-BDC136D72C67}" srcOrd="1" destOrd="0" presId="urn:microsoft.com/office/officeart/2005/8/layout/cycle2"/>
    <dgm:cxn modelId="{698B5643-A513-9640-B609-034048492E55}" type="presOf" srcId="{A4BFD3E2-7F9A-4448-B90B-B91DD38430CB}" destId="{90956B12-44C0-6749-A185-358B68F97EFF}" srcOrd="0" destOrd="0" presId="urn:microsoft.com/office/officeart/2005/8/layout/cycle2"/>
    <dgm:cxn modelId="{2782BC5E-B3B4-A34C-99AF-82CF2981C1BA}" type="presOf" srcId="{2A9BA04A-3486-8A4F-9294-205348CC7A55}" destId="{33B05E0B-2F0B-7D4C-80A4-551CE50C99F2}" srcOrd="0" destOrd="0" presId="urn:microsoft.com/office/officeart/2005/8/layout/cycle2"/>
    <dgm:cxn modelId="{C0B38C68-3A51-534D-8981-11F5AB1CC66F}" type="presOf" srcId="{190CD66C-9D1C-4049-8326-2C627670233F}" destId="{B38F48D5-B578-174F-8272-16FFF6D5934A}" srcOrd="1" destOrd="0" presId="urn:microsoft.com/office/officeart/2005/8/layout/cycle2"/>
    <dgm:cxn modelId="{C7D1F176-627E-B746-80D5-E9F410DE0DC8}" type="presOf" srcId="{9106B2D0-41F8-BC47-A9E8-812061D023FC}" destId="{E3883C7E-691E-354A-83BC-BA392449F2DC}" srcOrd="0" destOrd="0" presId="urn:microsoft.com/office/officeart/2005/8/layout/cycle2"/>
    <dgm:cxn modelId="{54B5B682-8E0E-0944-83C3-E3D0CCDE3A8E}" type="presOf" srcId="{30DFA114-6970-0945-97D2-02C947ACEE02}" destId="{274F5D26-5108-4646-9EB6-AA6F387C944F}" srcOrd="1" destOrd="0" presId="urn:microsoft.com/office/officeart/2005/8/layout/cycle2"/>
    <dgm:cxn modelId="{BCA50D8C-A8F8-DC4A-8855-EAFD7E397F03}" type="presOf" srcId="{3E123FCC-6AE0-3D46-8E43-54B623F4BB4C}" destId="{35A5E16C-DE49-AA49-A889-265AF641BE1B}" srcOrd="0" destOrd="0" presId="urn:microsoft.com/office/officeart/2005/8/layout/cycle2"/>
    <dgm:cxn modelId="{0F42888D-856C-FB49-97FD-2085296133F7}" type="presOf" srcId="{190CD66C-9D1C-4049-8326-2C627670233F}" destId="{BCC88C49-0688-B640-9AF8-6C98E46EAB13}" srcOrd="0" destOrd="0" presId="urn:microsoft.com/office/officeart/2005/8/layout/cycle2"/>
    <dgm:cxn modelId="{460B25B5-32CA-5E4A-A62A-C2C0FE45A8D5}" type="presOf" srcId="{5DEE7C99-685E-224B-93F2-640AAD39CEEA}" destId="{D3EF5F33-89A3-6343-90EF-789507B2CA8C}" srcOrd="1" destOrd="0" presId="urn:microsoft.com/office/officeart/2005/8/layout/cycle2"/>
    <dgm:cxn modelId="{C58665B5-85F1-C740-95BF-0D4BB21FB85B}" srcId="{AB22688E-240A-614E-B030-114CEABBCCA7}" destId="{2A9BA04A-3486-8A4F-9294-205348CC7A55}" srcOrd="4" destOrd="0" parTransId="{3A6CC60F-6824-A34A-B957-8B9B915ABD18}" sibTransId="{30DFA114-6970-0945-97D2-02C947ACEE02}"/>
    <dgm:cxn modelId="{3316F6BB-13C1-934E-A5B4-8DE77D332058}" srcId="{AB22688E-240A-614E-B030-114CEABBCCA7}" destId="{9106B2D0-41F8-BC47-A9E8-812061D023FC}" srcOrd="0" destOrd="0" parTransId="{0B13D10B-F82D-5946-A5A7-FC3A132D7CA0}" sibTransId="{E1A6A6B6-F605-F54D-9D78-6D8CD50DFD87}"/>
    <dgm:cxn modelId="{ADBE96BE-B480-1F49-854D-A8FBCD70D326}" type="presOf" srcId="{AB22688E-240A-614E-B030-114CEABBCCA7}" destId="{3527D528-DF87-514F-AAAE-63AA69964652}" srcOrd="0" destOrd="0" presId="urn:microsoft.com/office/officeart/2005/8/layout/cycle2"/>
    <dgm:cxn modelId="{C20060BF-0278-8145-AACD-995FE1FEB676}" type="presOf" srcId="{30DFA114-6970-0945-97D2-02C947ACEE02}" destId="{96424396-B900-324F-B5E3-A1BB4EBD941F}" srcOrd="0" destOrd="0" presId="urn:microsoft.com/office/officeart/2005/8/layout/cycle2"/>
    <dgm:cxn modelId="{5D6640C6-2F29-DC4C-A9CD-E36B17C8DF53}" type="presOf" srcId="{5DEE7C99-685E-224B-93F2-640AAD39CEEA}" destId="{8A255420-16E5-7349-841D-BA965A9BA337}" srcOrd="0" destOrd="0" presId="urn:microsoft.com/office/officeart/2005/8/layout/cycle2"/>
    <dgm:cxn modelId="{FFAD44D6-53E0-4A41-918E-E2AD2DE5D13D}" srcId="{AB22688E-240A-614E-B030-114CEABBCCA7}" destId="{3E123FCC-6AE0-3D46-8E43-54B623F4BB4C}" srcOrd="1" destOrd="0" parTransId="{CF3CB42C-F521-804C-AA04-C45671CD5579}" sibTransId="{5DEE7C99-685E-224B-93F2-640AAD39CEEA}"/>
    <dgm:cxn modelId="{E8B8A6E4-0AAB-2547-8CD1-C6375ADD64C7}" type="presOf" srcId="{D2458287-FB1F-2542-9800-FA76631CA163}" destId="{E313E7B1-20DD-E147-AC7B-F1F336AF21CB}" srcOrd="0" destOrd="0" presId="urn:microsoft.com/office/officeart/2005/8/layout/cycle2"/>
    <dgm:cxn modelId="{A009A5E5-D7AC-914D-97A9-A68F958F8581}" type="presOf" srcId="{D2458287-FB1F-2542-9800-FA76631CA163}" destId="{3C22165F-9405-DE42-A7E1-174534243CF6}" srcOrd="1" destOrd="0" presId="urn:microsoft.com/office/officeart/2005/8/layout/cycle2"/>
    <dgm:cxn modelId="{B0A141D7-6949-ED40-A199-8B5BD26DC713}" type="presParOf" srcId="{3527D528-DF87-514F-AAAE-63AA69964652}" destId="{E3883C7E-691E-354A-83BC-BA392449F2DC}" srcOrd="0" destOrd="0" presId="urn:microsoft.com/office/officeart/2005/8/layout/cycle2"/>
    <dgm:cxn modelId="{734D1755-7D58-964E-A89C-D4C9ABBCE98F}" type="presParOf" srcId="{3527D528-DF87-514F-AAAE-63AA69964652}" destId="{8EF4E92E-FAE3-E249-8648-697BCE3A9BCE}" srcOrd="1" destOrd="0" presId="urn:microsoft.com/office/officeart/2005/8/layout/cycle2"/>
    <dgm:cxn modelId="{D73CA01D-657C-3B49-8A89-28DFB38C8DFD}" type="presParOf" srcId="{8EF4E92E-FAE3-E249-8648-697BCE3A9BCE}" destId="{BC718E8C-2088-C647-90E8-BDC136D72C67}" srcOrd="0" destOrd="0" presId="urn:microsoft.com/office/officeart/2005/8/layout/cycle2"/>
    <dgm:cxn modelId="{8C777333-2A17-C84C-A189-275EA9599925}" type="presParOf" srcId="{3527D528-DF87-514F-AAAE-63AA69964652}" destId="{35A5E16C-DE49-AA49-A889-265AF641BE1B}" srcOrd="2" destOrd="0" presId="urn:microsoft.com/office/officeart/2005/8/layout/cycle2"/>
    <dgm:cxn modelId="{40600161-359A-8E4C-AE8C-C4E9CEA020A5}" type="presParOf" srcId="{3527D528-DF87-514F-AAAE-63AA69964652}" destId="{8A255420-16E5-7349-841D-BA965A9BA337}" srcOrd="3" destOrd="0" presId="urn:microsoft.com/office/officeart/2005/8/layout/cycle2"/>
    <dgm:cxn modelId="{2DF71022-C06A-E44F-8252-ADC35849F748}" type="presParOf" srcId="{8A255420-16E5-7349-841D-BA965A9BA337}" destId="{D3EF5F33-89A3-6343-90EF-789507B2CA8C}" srcOrd="0" destOrd="0" presId="urn:microsoft.com/office/officeart/2005/8/layout/cycle2"/>
    <dgm:cxn modelId="{58BC4B2F-B807-424C-8FCB-B37E8E3F3AC7}" type="presParOf" srcId="{3527D528-DF87-514F-AAAE-63AA69964652}" destId="{5A2A66E8-CD15-B44B-8A11-C1A2866CDEB0}" srcOrd="4" destOrd="0" presId="urn:microsoft.com/office/officeart/2005/8/layout/cycle2"/>
    <dgm:cxn modelId="{D5B59245-6990-F341-9EE6-5D37484A8A0F}" type="presParOf" srcId="{3527D528-DF87-514F-AAAE-63AA69964652}" destId="{BCC88C49-0688-B640-9AF8-6C98E46EAB13}" srcOrd="5" destOrd="0" presId="urn:microsoft.com/office/officeart/2005/8/layout/cycle2"/>
    <dgm:cxn modelId="{FC56B5ED-2AAD-1749-B829-3A277B1C15D3}" type="presParOf" srcId="{BCC88C49-0688-B640-9AF8-6C98E46EAB13}" destId="{B38F48D5-B578-174F-8272-16FFF6D5934A}" srcOrd="0" destOrd="0" presId="urn:microsoft.com/office/officeart/2005/8/layout/cycle2"/>
    <dgm:cxn modelId="{2F333684-6E67-BA41-8952-699D3519D035}" type="presParOf" srcId="{3527D528-DF87-514F-AAAE-63AA69964652}" destId="{90956B12-44C0-6749-A185-358B68F97EFF}" srcOrd="6" destOrd="0" presId="urn:microsoft.com/office/officeart/2005/8/layout/cycle2"/>
    <dgm:cxn modelId="{5263B43A-6E99-6A40-B8CB-515C635E6AA4}" type="presParOf" srcId="{3527D528-DF87-514F-AAAE-63AA69964652}" destId="{E313E7B1-20DD-E147-AC7B-F1F336AF21CB}" srcOrd="7" destOrd="0" presId="urn:microsoft.com/office/officeart/2005/8/layout/cycle2"/>
    <dgm:cxn modelId="{7795B510-7315-5144-9B3C-F726B30CD85A}" type="presParOf" srcId="{E313E7B1-20DD-E147-AC7B-F1F336AF21CB}" destId="{3C22165F-9405-DE42-A7E1-174534243CF6}" srcOrd="0" destOrd="0" presId="urn:microsoft.com/office/officeart/2005/8/layout/cycle2"/>
    <dgm:cxn modelId="{DC613331-8026-8646-83F6-BAD5AB6A1ABC}" type="presParOf" srcId="{3527D528-DF87-514F-AAAE-63AA69964652}" destId="{33B05E0B-2F0B-7D4C-80A4-551CE50C99F2}" srcOrd="8" destOrd="0" presId="urn:microsoft.com/office/officeart/2005/8/layout/cycle2"/>
    <dgm:cxn modelId="{A0481834-A535-0647-A9A0-032C9DF70543}" type="presParOf" srcId="{3527D528-DF87-514F-AAAE-63AA69964652}" destId="{96424396-B900-324F-B5E3-A1BB4EBD941F}" srcOrd="9" destOrd="0" presId="urn:microsoft.com/office/officeart/2005/8/layout/cycle2"/>
    <dgm:cxn modelId="{D6055BEB-8B33-B64B-8548-B550BFB03CB9}" type="presParOf" srcId="{96424396-B900-324F-B5E3-A1BB4EBD941F}" destId="{274F5D26-5108-4646-9EB6-AA6F387C944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83C7E-691E-354A-83BC-BA392449F2DC}">
      <dsp:nvSpPr>
        <dsp:cNvPr id="0" name=""/>
        <dsp:cNvSpPr/>
      </dsp:nvSpPr>
      <dsp:spPr>
        <a:xfrm>
          <a:off x="4503018" y="1157"/>
          <a:ext cx="1509563" cy="15095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问题</a:t>
          </a:r>
          <a:endParaRPr lang="en-US" sz="1600" kern="1200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(problem)</a:t>
          </a:r>
        </a:p>
      </dsp:txBody>
      <dsp:txXfrm>
        <a:off x="4724088" y="222227"/>
        <a:ext cx="1067423" cy="1067423"/>
      </dsp:txXfrm>
    </dsp:sp>
    <dsp:sp modelId="{8EF4E92E-FAE3-E249-8648-697BCE3A9BCE}">
      <dsp:nvSpPr>
        <dsp:cNvPr id="0" name=""/>
        <dsp:cNvSpPr/>
      </dsp:nvSpPr>
      <dsp:spPr>
        <a:xfrm rot="2160000">
          <a:off x="5964586" y="1160056"/>
          <a:ext cx="400101" cy="50947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sp:txBody>
      <dsp:txXfrm>
        <a:off x="5976048" y="1226675"/>
        <a:ext cx="280071" cy="305687"/>
      </dsp:txXfrm>
    </dsp:sp>
    <dsp:sp modelId="{35A5E16C-DE49-AA49-A889-265AF641BE1B}">
      <dsp:nvSpPr>
        <dsp:cNvPr id="0" name=""/>
        <dsp:cNvSpPr/>
      </dsp:nvSpPr>
      <dsp:spPr>
        <a:xfrm>
          <a:off x="6335014" y="1332180"/>
          <a:ext cx="1509563" cy="15095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计划</a:t>
          </a:r>
          <a:endParaRPr lang="en-US" sz="1600" kern="1200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(plan)</a:t>
          </a:r>
        </a:p>
      </dsp:txBody>
      <dsp:txXfrm>
        <a:off x="6556084" y="1553250"/>
        <a:ext cx="1067423" cy="1067423"/>
      </dsp:txXfrm>
    </dsp:sp>
    <dsp:sp modelId="{8A255420-16E5-7349-841D-BA965A9BA337}">
      <dsp:nvSpPr>
        <dsp:cNvPr id="0" name=""/>
        <dsp:cNvSpPr/>
      </dsp:nvSpPr>
      <dsp:spPr>
        <a:xfrm rot="6480000">
          <a:off x="6543364" y="2898274"/>
          <a:ext cx="400101" cy="50947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sp:txBody>
      <dsp:txXfrm rot="10800000">
        <a:off x="6621925" y="2943091"/>
        <a:ext cx="280071" cy="305687"/>
      </dsp:txXfrm>
    </dsp:sp>
    <dsp:sp modelId="{5A2A66E8-CD15-B44B-8A11-C1A2866CDEB0}">
      <dsp:nvSpPr>
        <dsp:cNvPr id="0" name=""/>
        <dsp:cNvSpPr/>
      </dsp:nvSpPr>
      <dsp:spPr>
        <a:xfrm>
          <a:off x="5635254" y="3485821"/>
          <a:ext cx="1509563" cy="15095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数据</a:t>
          </a:r>
          <a:endParaRPr lang="en-US" sz="1600" kern="1200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(data)</a:t>
          </a:r>
        </a:p>
      </dsp:txBody>
      <dsp:txXfrm>
        <a:off x="5856324" y="3706891"/>
        <a:ext cx="1067423" cy="1067423"/>
      </dsp:txXfrm>
    </dsp:sp>
    <dsp:sp modelId="{BCC88C49-0688-B640-9AF8-6C98E46EAB13}">
      <dsp:nvSpPr>
        <dsp:cNvPr id="0" name=""/>
        <dsp:cNvSpPr/>
      </dsp:nvSpPr>
      <dsp:spPr>
        <a:xfrm rot="10800000">
          <a:off x="5069072" y="3985864"/>
          <a:ext cx="400101" cy="50947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sp:txBody>
      <dsp:txXfrm rot="10800000">
        <a:off x="5189102" y="4087759"/>
        <a:ext cx="280071" cy="305687"/>
      </dsp:txXfrm>
    </dsp:sp>
    <dsp:sp modelId="{90956B12-44C0-6749-A185-358B68F97EFF}">
      <dsp:nvSpPr>
        <dsp:cNvPr id="0" name=""/>
        <dsp:cNvSpPr/>
      </dsp:nvSpPr>
      <dsp:spPr>
        <a:xfrm>
          <a:off x="3370782" y="3485821"/>
          <a:ext cx="1509563" cy="15095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分析</a:t>
          </a:r>
          <a:endParaRPr lang="en-US" sz="1600" kern="1200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(analysis)</a:t>
          </a:r>
        </a:p>
      </dsp:txBody>
      <dsp:txXfrm>
        <a:off x="3591852" y="3706891"/>
        <a:ext cx="1067423" cy="1067423"/>
      </dsp:txXfrm>
    </dsp:sp>
    <dsp:sp modelId="{E313E7B1-20DD-E147-AC7B-F1F336AF21CB}">
      <dsp:nvSpPr>
        <dsp:cNvPr id="0" name=""/>
        <dsp:cNvSpPr/>
      </dsp:nvSpPr>
      <dsp:spPr>
        <a:xfrm rot="15120000">
          <a:off x="3579132" y="2919813"/>
          <a:ext cx="400101" cy="50947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sp:txBody>
      <dsp:txXfrm rot="10800000">
        <a:off x="3657693" y="3078786"/>
        <a:ext cx="280071" cy="305687"/>
      </dsp:txXfrm>
    </dsp:sp>
    <dsp:sp modelId="{33B05E0B-2F0B-7D4C-80A4-551CE50C99F2}">
      <dsp:nvSpPr>
        <dsp:cNvPr id="0" name=""/>
        <dsp:cNvSpPr/>
      </dsp:nvSpPr>
      <dsp:spPr>
        <a:xfrm>
          <a:off x="2671022" y="1332180"/>
          <a:ext cx="1509563" cy="15095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结论</a:t>
          </a:r>
          <a:endParaRPr lang="en-US" sz="1600" kern="1200" dirty="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rPr>
            <a:t>(conclusion)</a:t>
          </a:r>
        </a:p>
      </dsp:txBody>
      <dsp:txXfrm>
        <a:off x="2892092" y="1553250"/>
        <a:ext cx="1067423" cy="1067423"/>
      </dsp:txXfrm>
    </dsp:sp>
    <dsp:sp modelId="{96424396-B900-324F-B5E3-A1BB4EBD941F}">
      <dsp:nvSpPr>
        <dsp:cNvPr id="0" name=""/>
        <dsp:cNvSpPr/>
      </dsp:nvSpPr>
      <dsp:spPr>
        <a:xfrm rot="19440000">
          <a:off x="4132590" y="1173368"/>
          <a:ext cx="400101" cy="50947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Times New Roman" panose="02020603050405020304" pitchFamily="18" charset="0"/>
            <a:ea typeface="SimSun" panose="02010600030101010101" pitchFamily="2" charset="-122"/>
            <a:cs typeface="Times New Roman" panose="02020603050405020304" pitchFamily="18" charset="0"/>
          </a:endParaRPr>
        </a:p>
      </dsp:txBody>
      <dsp:txXfrm>
        <a:off x="4144052" y="1310539"/>
        <a:ext cx="280071" cy="305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C3666-9E0B-4770-B70A-4BDA64B3499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C90D1-8667-4266-8591-83888AF758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336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413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https://www.tiobe.com/tiobe-index/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44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https://towardsdatascience.com/introduction-to-statistics-e9d72d818745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29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accent3"/>
                </a:solidFill>
              </a:rPr>
              <a:t>https://en.wikipedia.org/wiki/Big_data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379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812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https://journals.sagepub.com/doi/full/10.1177/09567976211040491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759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https://www.nature.com/articles/s41467-019-10301-1/figures/8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198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https://www.nature.com/articles/s41467-019-10301-1/figures/8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101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accent3"/>
                </a:solidFill>
              </a:rPr>
              <a:t>twitter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243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https://www.science.org/doi/10.1126/science.aac4716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https://www.nature. com/articles/s41562-016-0021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791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7571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3079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250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407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9222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642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6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591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https://www.rforecology.com/post/a-simple-introduction-to-ggplot2/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文献来源：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https://journals.sagepub.com/doi/epub/10.1177/25152459221074654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74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代码修改自：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https://www.cedricscherer.com/2021/06/06/visualizing-distributions-with-raincloud-plots-and-how-to-create-them-with-ggplot2/#boxplot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982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代码修改自：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https://www.cedricscherer.com/2021/06/06/visualizing-distributions-with-raincloud-plots-and-how-to-create-them-with-ggplot2/#boxplot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146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代码修改自：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https://www.cedricscherer.com/2021/06/06/visualizing-distributions-with-raincloud-plots-and-how-to-create-them-with-ggplot2/#boxplot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500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代码修改自：</a:t>
            </a:r>
            <a:r>
              <a:rPr kumimoji="1" lang="en" altLang="zh-CN" sz="1200" dirty="0">
                <a:solidFill>
                  <a:schemeClr val="accent3"/>
                </a:solidFill>
              </a:rPr>
              <a:t>https://wilkelab.org/ggridges/articles/introduction.html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7059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solidFill>
                  <a:schemeClr val="accent3"/>
                </a:solidFill>
              </a:rPr>
              <a:t>图片来源：</a:t>
            </a:r>
            <a:r>
              <a:rPr kumimoji="1" lang="en-US" altLang="zh-CN" sz="1200" dirty="0">
                <a:solidFill>
                  <a:schemeClr val="accent3"/>
                </a:solidFill>
              </a:rPr>
              <a:t>https://communicate-data-with-</a:t>
            </a:r>
            <a:r>
              <a:rPr kumimoji="1" lang="en-US" altLang="zh-CN" sz="1200" dirty="0" err="1">
                <a:solidFill>
                  <a:schemeClr val="accent3"/>
                </a:solidFill>
              </a:rPr>
              <a:t>r.netlify.app</a:t>
            </a:r>
            <a:r>
              <a:rPr kumimoji="1" lang="en-US" altLang="zh-CN" sz="1200" dirty="0">
                <a:solidFill>
                  <a:schemeClr val="accent3"/>
                </a:solidFill>
              </a:rPr>
              <a:t>/docs/</a:t>
            </a:r>
            <a:r>
              <a:rPr kumimoji="1" lang="en-US" altLang="zh-CN" sz="1200" dirty="0" err="1">
                <a:solidFill>
                  <a:schemeClr val="accent3"/>
                </a:solidFill>
              </a:rPr>
              <a:t>tidyverse</a:t>
            </a:r>
            <a:r>
              <a:rPr kumimoji="1" lang="en-US" altLang="zh-CN" sz="1200" dirty="0">
                <a:solidFill>
                  <a:schemeClr val="accent3"/>
                </a:solidFill>
              </a:rPr>
              <a:t>/</a:t>
            </a:r>
            <a:endParaRPr kumimoji="1" lang="zh-CN" altLang="en-US" sz="1200" dirty="0">
              <a:solidFill>
                <a:schemeClr val="accent3"/>
              </a:solidFill>
            </a:endParaRPr>
          </a:p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693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8147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3164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7074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002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tenor.com</a:t>
            </a:r>
            <a:r>
              <a:rPr lang="en-US" dirty="0"/>
              <a:t>/view/kid-panic-drowning-water-stand-gif-5235658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C90D1-8667-4266-8591-83888AF7582F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211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05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32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89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42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0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17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78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35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23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43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50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2E3A3-19EF-49CB-A5A0-B61BA1D7DEE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A5433-D891-4718-B3C3-24D7C7BB9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6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www.science.org/doi/10.1126/science.aac4716" TargetMode="Externa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AE2C4-61BD-A8C8-36A5-010107CF4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657" y="868362"/>
            <a:ext cx="9742713" cy="2387600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for Psychological Research</a:t>
            </a:r>
            <a:b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1"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OpenCode</a:t>
            </a:r>
            <a:endParaRPr kumimoji="1"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4F1EC3-4294-1AF7-6B36-5894657C0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9" y="3602038"/>
            <a:ext cx="11756571" cy="1655762"/>
          </a:xfrm>
        </p:spPr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胡传鹏（博士）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Hu </a:t>
            </a:r>
            <a:r>
              <a:rPr lang="en" altLang="zh-CN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Chuan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-Peng]</a:t>
            </a:r>
          </a:p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南京师范大学心理学院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School of Psychology, Nanjing Normal University]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54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2FFBF-F932-FAFD-B374-F870972F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FE0E0-4728-6D65-B45E-8A6A13319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131125"/>
              </p:ext>
            </p:extLst>
          </p:nvPr>
        </p:nvGraphicFramePr>
        <p:xfrm>
          <a:off x="838200" y="1174316"/>
          <a:ext cx="10515600" cy="4996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8ADEEE-8EA3-DFAB-312F-00995A1EEA7A}"/>
              </a:ext>
            </a:extLst>
          </p:cNvPr>
          <p:cNvSpPr txBox="1"/>
          <p:nvPr/>
        </p:nvSpPr>
        <p:spPr>
          <a:xfrm>
            <a:off x="6862128" y="1733613"/>
            <a:ext cx="187262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-理解和定义问题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3851D-DB95-3BF8-8B40-074E1E129C03}"/>
              </a:ext>
            </a:extLst>
          </p:cNvPr>
          <p:cNvSpPr txBox="1"/>
          <p:nvPr/>
        </p:nvSpPr>
        <p:spPr>
          <a:xfrm>
            <a:off x="8697686" y="2766173"/>
            <a:ext cx="1699504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 研究设计</a:t>
            </a:r>
          </a:p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 变量</a:t>
            </a:r>
          </a:p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 如何收集数据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44816-0067-70BF-04E4-6EF21AC80B08}"/>
              </a:ext>
            </a:extLst>
          </p:cNvPr>
          <p:cNvSpPr txBox="1"/>
          <p:nvPr/>
        </p:nvSpPr>
        <p:spPr>
          <a:xfrm>
            <a:off x="7996160" y="4946350"/>
            <a:ext cx="776175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 收集</a:t>
            </a:r>
          </a:p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 管理</a:t>
            </a:r>
          </a:p>
          <a:p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- 清理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79170-05E7-97EF-69BC-A28B961E5904}"/>
              </a:ext>
            </a:extLst>
          </p:cNvPr>
          <p:cNvSpPr txBox="1"/>
          <p:nvPr/>
        </p:nvSpPr>
        <p:spPr>
          <a:xfrm>
            <a:off x="2025643" y="2794501"/>
            <a:ext cx="1468672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vert="horz" wrap="none" rtlCol="0">
            <a:spAutoFit/>
          </a:bodyPr>
          <a:lstStyle/>
          <a:p>
            <a:pPr algn="r"/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解读结果 -</a:t>
            </a:r>
          </a:p>
          <a:p>
            <a:pPr algn="r"/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产生新想法 -</a:t>
            </a:r>
          </a:p>
          <a:p>
            <a:pPr algn="r"/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与他人交流 -</a:t>
            </a: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0267ED39-02B6-D05B-971A-2175C65AE858}"/>
              </a:ext>
            </a:extLst>
          </p:cNvPr>
          <p:cNvSpPr/>
          <p:nvPr/>
        </p:nvSpPr>
        <p:spPr>
          <a:xfrm>
            <a:off x="0" y="6488668"/>
            <a:ext cx="6001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Spiegelhalter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(2019) The Art of Statistics: Learning from Data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67548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245C2-DF2F-D320-E223-1FEB4FDEB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650" y="1178403"/>
            <a:ext cx="6362700" cy="3987800"/>
          </a:xfrm>
          <a:prstGeom prst="rect">
            <a:avLst/>
          </a:prstGeom>
        </p:spPr>
      </p:pic>
      <p:sp>
        <p:nvSpPr>
          <p:cNvPr id="4" name="矩形 7">
            <a:extLst>
              <a:ext uri="{FF2B5EF4-FFF2-40B4-BE49-F238E27FC236}">
                <a16:creationId xmlns:a16="http://schemas.microsoft.com/office/drawing/2014/main" id="{D2E44D40-073A-58FD-764C-D7DE65396BB0}"/>
              </a:ext>
            </a:extLst>
          </p:cNvPr>
          <p:cNvSpPr/>
          <p:nvPr/>
        </p:nvSpPr>
        <p:spPr>
          <a:xfrm>
            <a:off x="0" y="6489931"/>
            <a:ext cx="4498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 err="1"/>
              <a:t>Munafò</a:t>
            </a:r>
            <a:r>
              <a:rPr kumimoji="1" lang="en-US" altLang="zh-CN" b="1" dirty="0"/>
              <a:t> e</a:t>
            </a:r>
            <a:r>
              <a:rPr kumimoji="1" lang="en-CN" altLang="zh-CN" b="1" dirty="0"/>
              <a:t>t al (2017), </a:t>
            </a:r>
            <a:r>
              <a:rPr kumimoji="1" lang="en-CN" altLang="zh-CN" b="1" i="1" dirty="0"/>
              <a:t>Nature Human Behavior</a:t>
            </a:r>
            <a:endParaRPr lang="zh-TW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272434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59D2-73A5-C61B-7029-3BCF29BA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课程总体目标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 </a:t>
            </a:r>
            <a:endParaRPr lang="en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B99AEA2-07D2-0F6B-0FAB-187984E1A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725" y="1690687"/>
            <a:ext cx="3704573" cy="488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Backhand Index Pointing Down Emoji (U+1F447)">
            <a:extLst>
              <a:ext uri="{FF2B5EF4-FFF2-40B4-BE49-F238E27FC236}">
                <a16:creationId xmlns:a16="http://schemas.microsoft.com/office/drawing/2014/main" id="{72058F38-CE85-C1F0-3C74-251CCB830C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504" y="494158"/>
            <a:ext cx="1067496" cy="106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22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8846-D346-859B-3D3F-EAC99557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400" b="1" dirty="0">
                <a:latin typeface="宋体" panose="02010600030101010101" pitchFamily="2" charset="-122"/>
              </a:rPr>
              <a:t>1</a:t>
            </a:r>
            <a:r>
              <a:rPr kumimoji="1" lang="en-US" altLang="zh-CN" b="1" dirty="0">
                <a:latin typeface="宋体" panose="02010600030101010101" pitchFamily="2" charset="-122"/>
              </a:rPr>
              <a:t>. </a:t>
            </a:r>
            <a:r>
              <a:rPr kumimoji="1" lang="zh-CN" altLang="en-US" b="1" dirty="0">
                <a:latin typeface="宋体" panose="02010600030101010101" pitchFamily="2" charset="-122"/>
              </a:rPr>
              <a:t>数智时代下心理学的数据分析</a:t>
            </a:r>
            <a:endParaRPr lang="en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b="1" i="0" dirty="0">
                <a:effectLst/>
                <a:latin typeface="Arial" panose="020B0604020202020204" pitchFamily="34" charset="0"/>
              </a:rPr>
              <a:t>1.1</a:t>
            </a:r>
            <a:r>
              <a:rPr lang="zh-CN" altLang="en-US" b="1" i="0" dirty="0">
                <a:effectLst/>
                <a:latin typeface="Arial" panose="020B0604020202020204" pitchFamily="34" charset="0"/>
              </a:rPr>
              <a:t> 数据科学</a:t>
            </a:r>
            <a:r>
              <a:rPr lang="zh-CN" altLang="en-US" b="0" i="0" dirty="0">
                <a:effectLst/>
                <a:latin typeface="Arial" panose="020B0604020202020204" pitchFamily="34" charset="0"/>
              </a:rPr>
              <a:t>（</a:t>
            </a:r>
            <a:r>
              <a:rPr lang="en" altLang="zh-CN" b="0" i="0" dirty="0">
                <a:effectLst/>
                <a:latin typeface="Arial" panose="020B0604020202020204" pitchFamily="34" charset="0"/>
              </a:rPr>
              <a:t>data science</a:t>
            </a:r>
            <a:r>
              <a:rPr lang="zh-CN" altLang="en" b="0" i="0" dirty="0">
                <a:effectLst/>
                <a:latin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b="0" i="0" dirty="0">
                <a:effectLst/>
                <a:latin typeface="Arial" panose="020B0604020202020204" pitchFamily="34" charset="0"/>
              </a:rPr>
              <a:t>通过从数据中提取出有价值的部分来生产数据产品，学科范围涵盖了：数据取得、数据处理、数据分析等过程，举凡与数据有关的科学均属数据科学。</a:t>
            </a:r>
            <a:endParaRPr kumimoji="1" lang="zh-CN" altLang="en-US" dirty="0"/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CBA8B7AA-8512-AEDA-DD8F-BBCBA58A2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431" y="3905442"/>
            <a:ext cx="3254375" cy="295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1839-03CB-6281-8E31-7939994D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宋体" panose="02010600030101010101" pitchFamily="2" charset="-122"/>
              </a:rPr>
              <a:t>1.1</a:t>
            </a:r>
            <a:r>
              <a:rPr kumimoji="1" lang="zh-CN" altLang="en-US" b="1" dirty="0">
                <a:latin typeface="宋体" panose="02010600030101010101" pitchFamily="2" charset="-122"/>
              </a:rPr>
              <a:t> 大数据的挑战</a:t>
            </a:r>
            <a:endParaRPr lang="en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dirty="0"/>
              <a:t>我们身处大数据时代</a:t>
            </a:r>
            <a:endParaRPr kumimoji="1" lang="en-US" altLang="zh-CN" dirty="0"/>
          </a:p>
          <a:p>
            <a:pPr>
              <a:lnSpc>
                <a:spcPct val="130000"/>
              </a:lnSpc>
            </a:pPr>
            <a:r>
              <a:rPr kumimoji="1" lang="zh-CN" altLang="en-US" dirty="0"/>
              <a:t>心理科学需要大数据的方法</a:t>
            </a:r>
          </a:p>
        </p:txBody>
      </p:sp>
    </p:spTree>
    <p:extLst>
      <p:ext uri="{BB962C8B-B14F-4D97-AF65-F5344CB8AC3E}">
        <p14:creationId xmlns:p14="http://schemas.microsoft.com/office/powerpoint/2010/main" val="190758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4F1B-E898-455E-5243-62DED2F7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宋体" panose="02010600030101010101" pitchFamily="2" charset="-122"/>
              </a:rPr>
              <a:t>1.1</a:t>
            </a:r>
            <a:r>
              <a:rPr kumimoji="1" lang="zh-CN" altLang="en-US" b="1" dirty="0">
                <a:latin typeface="宋体" panose="02010600030101010101" pitchFamily="2" charset="-122"/>
              </a:rPr>
              <a:t> 大数据的挑战</a:t>
            </a:r>
            <a:endParaRPr lang="en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互联网时代，人类产生和创造的数据量呈爆炸式增长</a:t>
            </a:r>
            <a:endParaRPr kumimoji="1" lang="en-US" altLang="zh-CN" sz="2400" dirty="0"/>
          </a:p>
        </p:txBody>
      </p: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69FDD3C0-44B3-4C29-556A-D4F39912C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458" y="2475413"/>
            <a:ext cx="5719762" cy="428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9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FB44-BD0A-E84B-1DFD-D56B10D3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宋体" panose="02010600030101010101" pitchFamily="2" charset="-122"/>
              </a:rPr>
              <a:t>1.1</a:t>
            </a:r>
            <a:r>
              <a:rPr kumimoji="1" lang="zh-CN" altLang="en-US" b="1" dirty="0">
                <a:latin typeface="宋体" panose="02010600030101010101" pitchFamily="2" charset="-122"/>
              </a:rPr>
              <a:t> 大数据的挑战</a:t>
            </a:r>
            <a:endParaRPr lang="en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zh-CN" altLang="en-US" sz="3200" dirty="0"/>
              <a:t>大数据对心理学研究的影响</a:t>
            </a:r>
            <a:endParaRPr kumimoji="1" lang="en-US" altLang="zh-CN" sz="32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(sample size)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kumimoji="1" lang="zh-CN" altLang="en-US" dirty="0"/>
              <a:t>数字平台收集的数据数以万计，有时甚至是数以百万计</a:t>
            </a:r>
            <a:endParaRPr kumimoji="1"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(variables)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kumimoji="1" lang="zh-CN" altLang="en-US" dirty="0"/>
              <a:t>数字平台产生了大量可用于研究的变量</a:t>
            </a:r>
            <a:endParaRPr kumimoji="1"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(time)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kumimoji="1" lang="zh-CN" altLang="en-US" dirty="0"/>
              <a:t>数字平台可在很长一段时间内记录个人的诸多数据</a:t>
            </a:r>
            <a:endParaRPr kumimoji="1" lang="en-US" altLang="zh-C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(model)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kumimoji="1" lang="zh-CN" altLang="en-US" dirty="0"/>
              <a:t>越来越多的学者使用更大更复杂的模型来解释心理学现象</a:t>
            </a:r>
            <a:endParaRPr kumimoji="1" lang="en-US" altLang="zh-CN" dirty="0"/>
          </a:p>
          <a:p>
            <a:pPr marL="457200" lvl="1" indent="0">
              <a:lnSpc>
                <a:spcPct val="130000"/>
              </a:lnSpc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065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FC5C-F380-3EAC-518C-2A2C9116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例如，手机数据预测人格</a:t>
            </a:r>
            <a:endParaRPr kumimoji="1" lang="en-US" altLang="zh-CN" sz="2400" dirty="0"/>
          </a:p>
        </p:txBody>
      </p:sp>
      <p:pic>
        <p:nvPicPr>
          <p:cNvPr id="5" name="图片 4" descr="表格, Excel&#10;&#10;描述已自动生成">
            <a:extLst>
              <a:ext uri="{FF2B5EF4-FFF2-40B4-BE49-F238E27FC236}">
                <a16:creationId xmlns:a16="http://schemas.microsoft.com/office/drawing/2014/main" id="{E510E863-F1C4-5361-FB0E-655240F1B9B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" r="3852" b="47108"/>
          <a:stretch/>
        </p:blipFill>
        <p:spPr>
          <a:xfrm>
            <a:off x="94121" y="1395696"/>
            <a:ext cx="11964228" cy="454064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4121" y="6418807"/>
            <a:ext cx="5550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Stachl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(2020) PNAS, </a:t>
            </a:r>
            <a:r>
              <a:rPr kumimoji="1" lang="en-US" altLang="zh-CN" b="1" dirty="0" err="1"/>
              <a:t>doi</a:t>
            </a:r>
            <a:r>
              <a:rPr kumimoji="1" lang="en-US" altLang="zh-CN" b="1" dirty="0"/>
              <a:t>: 10.1073/pnas.1920484117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4158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数字化时代人类行为的一致性</a:t>
            </a:r>
            <a:endParaRPr kumimoji="1" lang="en-US" altLang="zh-CN" dirty="0"/>
          </a:p>
        </p:txBody>
      </p:sp>
      <p:pic>
        <p:nvPicPr>
          <p:cNvPr id="7" name="图片 6" descr="图形用户界面, 应用程序&#10;&#10;描述已自动生成">
            <a:extLst>
              <a:ext uri="{FF2B5EF4-FFF2-40B4-BE49-F238E27FC236}">
                <a16:creationId xmlns:a16="http://schemas.microsoft.com/office/drawing/2014/main" id="{E69936EF-8D3D-00C0-5BAC-1BA98709EA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6598" b="1084"/>
          <a:stretch/>
        </p:blipFill>
        <p:spPr>
          <a:xfrm>
            <a:off x="1891710" y="1644277"/>
            <a:ext cx="8611754" cy="3569446"/>
          </a:xfrm>
          <a:prstGeom prst="rect">
            <a:avLst/>
          </a:prstGeom>
        </p:spPr>
      </p:pic>
      <p:sp>
        <p:nvSpPr>
          <p:cNvPr id="2" name="矩形 7">
            <a:extLst>
              <a:ext uri="{FF2B5EF4-FFF2-40B4-BE49-F238E27FC236}">
                <a16:creationId xmlns:a16="http://schemas.microsoft.com/office/drawing/2014/main" id="{0CD5641A-3882-AEC6-11FD-81F44F787905}"/>
              </a:ext>
            </a:extLst>
          </p:cNvPr>
          <p:cNvSpPr/>
          <p:nvPr/>
        </p:nvSpPr>
        <p:spPr>
          <a:xfrm>
            <a:off x="94121" y="6418807"/>
            <a:ext cx="6103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Shaw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(2022) </a:t>
            </a:r>
            <a:r>
              <a:rPr kumimoji="1" lang="en-US" altLang="zh-CN" b="1" i="1" dirty="0"/>
              <a:t>Psych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Sci</a:t>
            </a:r>
            <a:r>
              <a:rPr kumimoji="1" lang="en-US" altLang="zh-CN" b="1" dirty="0"/>
              <a:t>, </a:t>
            </a:r>
            <a:r>
              <a:rPr kumimoji="1" lang="en-US" altLang="zh-CN" b="1" dirty="0" err="1"/>
              <a:t>doi</a:t>
            </a:r>
            <a:r>
              <a:rPr kumimoji="1" lang="en-US" altLang="zh-CN" b="1" dirty="0"/>
              <a:t>: 10.1177/09567976211040491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83469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E000-477E-D220-1834-E4BDF399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使用数据驱动的方法探究自我调节</a:t>
            </a:r>
            <a:r>
              <a:rPr kumimoji="1" lang="en-US" altLang="zh-CN" dirty="0"/>
              <a:t>(self-regulation)</a:t>
            </a:r>
            <a:r>
              <a:rPr kumimoji="1" lang="zh-CN" altLang="en-US" dirty="0"/>
              <a:t>的结构</a:t>
            </a:r>
            <a:endParaRPr kumimoji="1" lang="en-US" altLang="zh-CN" dirty="0"/>
          </a:p>
        </p:txBody>
      </p:sp>
      <p:pic>
        <p:nvPicPr>
          <p:cNvPr id="5" name="图片 4" descr="图表, 雷达图&#10;&#10;描述已自动生成">
            <a:extLst>
              <a:ext uri="{FF2B5EF4-FFF2-40B4-BE49-F238E27FC236}">
                <a16:creationId xmlns:a16="http://schemas.microsoft.com/office/drawing/2014/main" id="{CFF5F507-31F4-43BC-BF8B-0A109B9F8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70" y="2230823"/>
            <a:ext cx="6959600" cy="24511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797308" y="4681923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i="1" dirty="0">
                <a:solidFill>
                  <a:schemeClr val="accent3"/>
                </a:solidFill>
              </a:rPr>
              <a:t>脊回归的特征重要性</a:t>
            </a:r>
            <a:endParaRPr lang="zh-TW" altLang="en-US" sz="1600" i="1" dirty="0"/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186A5C49-0730-9EB0-FBF1-72A55971A54E}"/>
              </a:ext>
            </a:extLst>
          </p:cNvPr>
          <p:cNvSpPr/>
          <p:nvPr/>
        </p:nvSpPr>
        <p:spPr>
          <a:xfrm>
            <a:off x="94121" y="6418807"/>
            <a:ext cx="664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Eisenberg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(2019) </a:t>
            </a:r>
            <a:r>
              <a:rPr kumimoji="1" lang="en-CN" altLang="zh-CN" b="1" i="1" dirty="0"/>
              <a:t>Nat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Comm</a:t>
            </a:r>
            <a:r>
              <a:rPr kumimoji="1" lang="en-US" altLang="zh-CN" b="1" dirty="0"/>
              <a:t>, </a:t>
            </a:r>
            <a:r>
              <a:rPr kumimoji="1" lang="en-US" altLang="zh-CN" b="1" dirty="0" err="1"/>
              <a:t>doi</a:t>
            </a:r>
            <a:r>
              <a:rPr kumimoji="1" lang="en-US" altLang="zh-CN" b="1" dirty="0"/>
              <a:t>: 10.1038/s41467-019-10301-1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63359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E000-477E-D220-1834-E4BDF399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使用数据驱动的方法探究工作记忆的机制</a:t>
            </a:r>
            <a:endParaRPr kumimoji="1" lang="en-US" altLang="zh-CN" dirty="0"/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186A5C49-0730-9EB0-FBF1-72A55971A54E}"/>
              </a:ext>
            </a:extLst>
          </p:cNvPr>
          <p:cNvSpPr/>
          <p:nvPr/>
        </p:nvSpPr>
        <p:spPr>
          <a:xfrm>
            <a:off x="94121" y="6418807"/>
            <a:ext cx="5841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Huang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(2025) </a:t>
            </a:r>
            <a:r>
              <a:rPr kumimoji="1" lang="en-CN" altLang="zh-CN" b="1" i="1" dirty="0"/>
              <a:t>Nat</a:t>
            </a:r>
            <a:r>
              <a:rPr kumimoji="1" lang="zh-CN" altLang="en-US" b="1" i="1" dirty="0"/>
              <a:t> </a:t>
            </a:r>
            <a:r>
              <a:rPr kumimoji="1" lang="en-CN" altLang="zh-CN" b="1" i="1" dirty="0"/>
              <a:t>comm</a:t>
            </a:r>
            <a:r>
              <a:rPr kumimoji="1" lang="en-US" altLang="zh-CN" b="1" dirty="0"/>
              <a:t>, </a:t>
            </a:r>
            <a:r>
              <a:rPr kumimoji="1" lang="en-US" altLang="zh-CN" b="1" dirty="0" err="1"/>
              <a:t>doi</a:t>
            </a:r>
            <a:r>
              <a:rPr kumimoji="1" lang="en-US" altLang="zh-CN" b="1" dirty="0"/>
              <a:t>: 10.1038/s41467-025-56700-5</a:t>
            </a:r>
            <a:endParaRPr lang="zh-TW" alt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F28B43-B1CB-C81F-7469-82E6E0C62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37" y="1250444"/>
            <a:ext cx="5274791" cy="5242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9170E-46CF-3C33-B9EE-5FF69B60F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1" y="2726319"/>
            <a:ext cx="6469516" cy="207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46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FB44-BD0A-E84B-1DFD-D56B10D3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宋体" panose="02010600030101010101" pitchFamily="2" charset="-122"/>
              </a:rPr>
              <a:t>1.2</a:t>
            </a:r>
            <a:r>
              <a:rPr kumimoji="1" lang="zh-CN" altLang="en-US" b="1" dirty="0">
                <a:latin typeface="宋体" panose="02010600030101010101" pitchFamily="2" charset="-122"/>
              </a:rPr>
              <a:t> </a:t>
            </a:r>
            <a:r>
              <a:rPr kumimoji="1" lang="en-US" altLang="zh-CN" b="1" dirty="0">
                <a:latin typeface="宋体" panose="02010600030101010101" pitchFamily="2" charset="-122"/>
              </a:rPr>
              <a:t>AI</a:t>
            </a:r>
            <a:r>
              <a:rPr kumimoji="1" lang="zh-CN" altLang="en-US" b="1" dirty="0">
                <a:latin typeface="宋体" panose="02010600030101010101" pitchFamily="2" charset="-122"/>
              </a:rPr>
              <a:t>的挑战</a:t>
            </a:r>
            <a:endParaRPr lang="en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49"/>
            <a:ext cx="10515600" cy="497722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大语言模型在编码上突飞猛进；</a:t>
            </a: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or vibe coding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成为新趋势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计算机科学家正在将心理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社会因素整合到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之中。</a:t>
            </a: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endParaRPr kumimoji="1" lang="en-US" altLang="zh-CN" dirty="0"/>
          </a:p>
          <a:p>
            <a:pPr marL="457200" lvl="1" indent="0">
              <a:lnSpc>
                <a:spcPct val="130000"/>
              </a:lnSpc>
              <a:buNone/>
            </a:pPr>
            <a:endParaRPr kumimoji="1"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3C108-B3DB-9BFB-3FF5-5D3B9AD32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237" y="3866486"/>
            <a:ext cx="4584178" cy="2538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75DAA-4E43-250C-0317-88F2808B2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960" y="3954169"/>
            <a:ext cx="4487431" cy="2538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88975E-3602-1C2E-0093-A2C7E2C9C675}"/>
              </a:ext>
            </a:extLst>
          </p:cNvPr>
          <p:cNvSpPr txBox="1"/>
          <p:nvPr/>
        </p:nvSpPr>
        <p:spPr>
          <a:xfrm>
            <a:off x="0" y="6492875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https://mp.weixin.qq.com/s/vFS8wHzsOwJplM5UT4bKQQ</a:t>
            </a:r>
          </a:p>
        </p:txBody>
      </p:sp>
    </p:spTree>
    <p:extLst>
      <p:ext uri="{BB962C8B-B14F-4D97-AF65-F5344CB8AC3E}">
        <p14:creationId xmlns:p14="http://schemas.microsoft.com/office/powerpoint/2010/main" val="2432630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F2D6-29A8-CDFE-7B95-ACD8091C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为什么要学习R语言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9B741-2709-0B31-0E33-F78357CB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心理学（社会科学）的数据分析愈发需要计算机编程能力</a:t>
            </a:r>
            <a:endParaRPr kumimoji="1"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ABDF121-9F49-15B8-C7CC-5CD298E0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671" y="2350894"/>
            <a:ext cx="443665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56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5E6E-9AC0-BABE-DD74-9EA01F28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为什么在数据分析要使用R语言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84A3-102D-6F31-B26C-2E67B7D4D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科学性</a:t>
            </a: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增强计算的可重复性</a:t>
            </a: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更合适的</a:t>
            </a:r>
            <a:r>
              <a:rPr 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(</a:t>
            </a:r>
            <a:r>
              <a:rPr lang="en-US" dirty="0" err="1">
                <a:latin typeface="KaiTi_GB2312" panose="02010609030101010101" pitchFamily="49" charset="-122"/>
                <a:ea typeface="KaiTi_GB2312" panose="02010609030101010101" pitchFamily="49" charset="-122"/>
              </a:rPr>
              <a:t>新</a:t>
            </a:r>
            <a:r>
              <a:rPr 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)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统计方法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美观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精细的图片控制</a:t>
            </a:r>
          </a:p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实用性</a:t>
            </a: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适用于心理学研究的各个阶段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能够适应数字化时代的需求</a:t>
            </a:r>
            <a:endParaRPr lang="en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endParaRPr lang="en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8490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15686" y="1690688"/>
            <a:ext cx="8862971" cy="4660619"/>
            <a:chOff x="1803102" y="1369057"/>
            <a:chExt cx="8862971" cy="466061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762991D-3D9B-3C00-0F19-C269AEE4A6C8}"/>
                </a:ext>
              </a:extLst>
            </p:cNvPr>
            <p:cNvGrpSpPr/>
            <p:nvPr/>
          </p:nvGrpSpPr>
          <p:grpSpPr>
            <a:xfrm>
              <a:off x="1803102" y="1369057"/>
              <a:ext cx="8862971" cy="4660619"/>
              <a:chOff x="1240972" y="2203450"/>
              <a:chExt cx="8862971" cy="4660619"/>
            </a:xfrm>
          </p:grpSpPr>
          <p:pic>
            <p:nvPicPr>
              <p:cNvPr id="6" name="图片 5" descr="文本&#10;&#10;描述已自动生成">
                <a:extLst>
                  <a:ext uri="{FF2B5EF4-FFF2-40B4-BE49-F238E27FC236}">
                    <a16:creationId xmlns:a16="http://schemas.microsoft.com/office/drawing/2014/main" id="{7A1E3D61-DF94-1EB2-EE21-B52FF9704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0972" y="2203450"/>
                <a:ext cx="7086600" cy="2451100"/>
              </a:xfrm>
              <a:prstGeom prst="rect">
                <a:avLst/>
              </a:prstGeom>
            </p:spPr>
          </p:pic>
          <p:pic>
            <p:nvPicPr>
              <p:cNvPr id="9" name="图片 8" descr="文本&#10;&#10;描述已自动生成">
                <a:extLst>
                  <a:ext uri="{FF2B5EF4-FFF2-40B4-BE49-F238E27FC236}">
                    <a16:creationId xmlns:a16="http://schemas.microsoft.com/office/drawing/2014/main" id="{DAD7BE28-277E-50C3-70FA-E0973D653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6695" y="5177476"/>
                <a:ext cx="7772400" cy="1378413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BB99450-6416-8529-8278-7D93AEA82303}"/>
                  </a:ext>
                </a:extLst>
              </p:cNvPr>
              <p:cNvSpPr txBox="1"/>
              <p:nvPr/>
            </p:nvSpPr>
            <p:spPr>
              <a:xfrm>
                <a:off x="1345293" y="4730796"/>
                <a:ext cx="83928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zh-CN" altLang="en-US" sz="1400" i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EC00D3-5B72-B40D-97FD-96C0FEF98079}"/>
                  </a:ext>
                </a:extLst>
              </p:cNvPr>
              <p:cNvSpPr txBox="1"/>
              <p:nvPr/>
            </p:nvSpPr>
            <p:spPr>
              <a:xfrm>
                <a:off x="1711058" y="6525515"/>
                <a:ext cx="83928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CN" sz="1600" i="1" dirty="0">
                    <a:solidFill>
                      <a:schemeClr val="accent3"/>
                    </a:solidFill>
                  </a:rPr>
                  <a:t>https://www.nature. com/articles/s41562-016-0021</a:t>
                </a:r>
                <a:endParaRPr kumimoji="1" lang="zh-CN" altLang="en-US" sz="1600" i="1" dirty="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3" name="矩形 2">
              <a:hlinkClick r:id="rId5"/>
            </p:cNvPr>
            <p:cNvSpPr/>
            <p:nvPr/>
          </p:nvSpPr>
          <p:spPr>
            <a:xfrm>
              <a:off x="2263761" y="3950466"/>
              <a:ext cx="47845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" altLang="zh-CN" sz="1600" dirty="0">
                  <a:solidFill>
                    <a:schemeClr val="accent3"/>
                  </a:solidFill>
                </a:rPr>
                <a:t>https://www.science.org/doi/10.1126/science.aac4716</a:t>
              </a:r>
              <a:endParaRPr kumimoji="1" lang="zh-CN" altLang="en-US" sz="1600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：增强计算的可重复性</a:t>
            </a:r>
            <a:endParaRPr lang="en-C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2A2DD1-FB9B-D87F-1A1F-E4D062BE4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385" y="2303184"/>
            <a:ext cx="5547316" cy="225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17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：增强计算的可重复性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完整记录数据分析的全过程</a:t>
            </a: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可以达到跨机器的一致结果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1AE76-849F-390E-8334-03368B73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644" y="3614058"/>
            <a:ext cx="6020325" cy="310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68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：增强计算的可重复性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完整记录数据分析的全过程</a:t>
            </a: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可以达到跨机器的一致结果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43F8E-323E-E782-665E-9C0971262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3" y="4088211"/>
            <a:ext cx="5491100" cy="2257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95E9FF-63AE-84FF-A847-A873C904C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386" y="1962737"/>
            <a:ext cx="4757057" cy="1915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5C5B7-734E-3175-CED0-05D984177408}"/>
              </a:ext>
            </a:extLst>
          </p:cNvPr>
          <p:cNvSpPr txBox="1"/>
          <p:nvPr/>
        </p:nvSpPr>
        <p:spPr>
          <a:xfrm>
            <a:off x="94343" y="6492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https://github.com/hcp4715/moralSelf_ddm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408EF-A120-D935-1C65-6449609D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665" y="4193952"/>
            <a:ext cx="60325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48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：增强计算的可重复性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完整记录数据分析的全过程</a:t>
            </a:r>
          </a:p>
          <a:p>
            <a:pPr lvl="1"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可以达到跨机器的一致结果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E5C16-6028-CD6D-2D47-9B7167AF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911" y="3530027"/>
            <a:ext cx="9263379" cy="313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21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：更合适的新方法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R语言有广泛的使用群体和不断更新的方法库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可使用最新的方法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可使用更合适的方法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602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：更合适的新方法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R语言有广泛的使用群体和不断更新的方法库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可使用最新的方法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pic>
        <p:nvPicPr>
          <p:cNvPr id="3074" name="Picture 2" descr="Figure 6. HPP Mediation Model for people in a romantic relationship. Mediation analyses showing how Complex Social Integration (CSI) protects the core temperatures (CBT) of people in a romantic relationship from colder climates (DEQ), c = significance with, and c’ = significance without mediation by CSI.">
            <a:extLst>
              <a:ext uri="{FF2B5EF4-FFF2-40B4-BE49-F238E27FC236}">
                <a16:creationId xmlns:a16="http://schemas.microsoft.com/office/drawing/2014/main" id="{B793986F-945E-75D2-2E30-90A96B1D8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366" y="1335314"/>
            <a:ext cx="5399720" cy="538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7">
            <a:extLst>
              <a:ext uri="{FF2B5EF4-FFF2-40B4-BE49-F238E27FC236}">
                <a16:creationId xmlns:a16="http://schemas.microsoft.com/office/drawing/2014/main" id="{01B78F88-0A09-7139-5926-C2B3AC151C49}"/>
              </a:ext>
            </a:extLst>
          </p:cNvPr>
          <p:cNvSpPr/>
          <p:nvPr/>
        </p:nvSpPr>
        <p:spPr>
          <a:xfrm>
            <a:off x="94121" y="6418807"/>
            <a:ext cx="4264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IJzerman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(2018) </a:t>
            </a:r>
            <a:r>
              <a:rPr kumimoji="1" lang="en-CN" altLang="zh-CN" b="1" i="1" dirty="0"/>
              <a:t>Collabra</a:t>
            </a:r>
            <a:r>
              <a:rPr kumimoji="1" lang="en-US" altLang="zh-CN" b="1" i="1" dirty="0"/>
              <a:t>: Psychology</a:t>
            </a:r>
            <a:endParaRPr lang="zh-TW" altLang="en-US" b="1" dirty="0"/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1D602CE3-B912-65EF-14E8-0FB108C25F83}"/>
              </a:ext>
            </a:extLst>
          </p:cNvPr>
          <p:cNvSpPr/>
          <p:nvPr/>
        </p:nvSpPr>
        <p:spPr>
          <a:xfrm>
            <a:off x="1041300" y="4029982"/>
            <a:ext cx="4836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TW" altLang="en-US" b="1" dirty="0">
                <a:latin typeface="KaiTi_GB2312" panose="02010609030101010101" pitchFamily="49" charset="-122"/>
                <a:ea typeface="KaiTi_GB2312" panose="02010609030101010101" pitchFamily="49" charset="-122"/>
              </a:rPr>
              <a:t>用随机森林的方法找到有着最稳定的预测变量</a:t>
            </a:r>
            <a:endParaRPr lang="zh-TW" altLang="en-US" b="1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485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：更合适的新方法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R语言有广泛的使用群体和不断更新的方法库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可使用最新的方法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自动化机器学习成为可能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598C6935-1DC8-F089-EA17-81CB95D3780F}"/>
              </a:ext>
            </a:extLst>
          </p:cNvPr>
          <p:cNvSpPr/>
          <p:nvPr/>
        </p:nvSpPr>
        <p:spPr>
          <a:xfrm>
            <a:off x="94121" y="6418807"/>
            <a:ext cx="4769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Lee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&amp;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Gates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(2025) </a:t>
            </a:r>
            <a:r>
              <a:rPr kumimoji="1" lang="en-CN" altLang="zh-CN" b="1" i="1" dirty="0"/>
              <a:t>BRM</a:t>
            </a:r>
            <a:r>
              <a:rPr kumimoji="1" lang="en-US" altLang="zh-CN" b="1" dirty="0"/>
              <a:t>; Fu &amp; Zhao (2025) </a:t>
            </a:r>
            <a:r>
              <a:rPr kumimoji="1" lang="en-US" altLang="zh-CN" b="1" i="1" dirty="0"/>
              <a:t>BRM</a:t>
            </a:r>
            <a:endParaRPr lang="zh-TW" altLang="en-US" b="1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71E482-863A-B52E-CA4F-A6AF9C9C1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771935"/>
            <a:ext cx="6873472" cy="364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03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科学性</a:t>
            </a:r>
            <a:r>
              <a:rPr lang="zh-CN" altLang="en-US" dirty="0"/>
              <a:t>：更合适的新方法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R语言有强大的使用群体和不断更新的方法库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可使用更合适的方法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01B78F88-0A09-7139-5926-C2B3AC151C49}"/>
              </a:ext>
            </a:extLst>
          </p:cNvPr>
          <p:cNvSpPr/>
          <p:nvPr/>
        </p:nvSpPr>
        <p:spPr>
          <a:xfrm>
            <a:off x="94121" y="6418807"/>
            <a:ext cx="394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Rousselet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et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(2020) </a:t>
            </a:r>
            <a:r>
              <a:rPr kumimoji="1" lang="en-US" altLang="zh-CN" b="1" i="1" dirty="0"/>
              <a:t>Meta-Psychology</a:t>
            </a:r>
            <a:endParaRPr lang="zh-TW" altLang="en-US" b="1" dirty="0"/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1D602CE3-B912-65EF-14E8-0FB108C25F83}"/>
              </a:ext>
            </a:extLst>
          </p:cNvPr>
          <p:cNvSpPr/>
          <p:nvPr/>
        </p:nvSpPr>
        <p:spPr>
          <a:xfrm>
            <a:off x="1041300" y="4029982"/>
            <a:ext cx="3206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TW" altLang="en-US" b="1" dirty="0">
                <a:latin typeface="KaiTi_GB2312" panose="02010609030101010101" pitchFamily="49" charset="-122"/>
                <a:ea typeface="KaiTi_GB2312" panose="02010609030101010101" pitchFamily="49" charset="-122"/>
              </a:rPr>
              <a:t>线性模型还是广义线性模型</a:t>
            </a:r>
            <a:r>
              <a:rPr kumimoji="1" lang="zh-CN" altLang="en-US" b="1" dirty="0">
                <a:latin typeface="KaiTi_GB2312" panose="02010609030101010101" pitchFamily="49" charset="-122"/>
                <a:ea typeface="KaiTi_GB2312" panose="02010609030101010101" pitchFamily="49" charset="-122"/>
              </a:rPr>
              <a:t>？</a:t>
            </a:r>
            <a:endParaRPr lang="zh-TW" altLang="en-US" b="1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84689-B794-0417-659A-DE4375F4A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71" y="2962111"/>
            <a:ext cx="6740229" cy="321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63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美观性：更合适可视化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R语言绘图可调节每个细节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616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showing the ggplot function and the graphical elements that go with it, and arrows indicating how they are connected to a dataset.">
            <a:extLst>
              <a:ext uri="{FF2B5EF4-FFF2-40B4-BE49-F238E27FC236}">
                <a16:creationId xmlns:a16="http://schemas.microsoft.com/office/drawing/2014/main" id="{5E9C19D0-7561-CD94-1FB2-3CC2C7038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37" y="1485800"/>
            <a:ext cx="4062413" cy="406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8E53A74D-1EA9-6E02-CC37-0907BB420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619" y="2610543"/>
            <a:ext cx="6482870" cy="18129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388619" y="4423468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en" altLang="zh-CN" sz="1600" i="1" dirty="0">
                <a:solidFill>
                  <a:schemeClr val="accent3"/>
                </a:solidFill>
              </a:rPr>
              <a:t>https://journals.sagepub.com/doi/epub/10.1177/25152459221074654</a:t>
            </a:r>
            <a:endParaRPr kumimoji="1" lang="zh-CN" altLang="en-US" sz="1600" i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535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箱线图&#10;&#10;描述已自动生成">
            <a:extLst>
              <a:ext uri="{FF2B5EF4-FFF2-40B4-BE49-F238E27FC236}">
                <a16:creationId xmlns:a16="http://schemas.microsoft.com/office/drawing/2014/main" id="{DCA9713F-941A-96A2-08C3-FDF5149F78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84" y="1169552"/>
            <a:ext cx="7772400" cy="473102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607444" y="90556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chemeClr val="bg1">
                    <a:lumMod val="50000"/>
                  </a:schemeClr>
                </a:solidFill>
              </a:rPr>
              <a:t>箱型图</a:t>
            </a:r>
          </a:p>
        </p:txBody>
      </p:sp>
    </p:spTree>
    <p:extLst>
      <p:ext uri="{BB962C8B-B14F-4D97-AF65-F5344CB8AC3E}">
        <p14:creationId xmlns:p14="http://schemas.microsoft.com/office/powerpoint/2010/main" val="2453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散点图&#10;&#10;描述已自动生成">
            <a:extLst>
              <a:ext uri="{FF2B5EF4-FFF2-40B4-BE49-F238E27FC236}">
                <a16:creationId xmlns:a16="http://schemas.microsoft.com/office/drawing/2014/main" id="{08B62674-932C-48D3-F554-F027E830D1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690688"/>
            <a:ext cx="7772400" cy="497997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432C061-7FEF-04BB-49A0-EF9A5125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CC7A9-1F83-D596-401A-CC564C97A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Raincloud</a:t>
            </a:r>
          </a:p>
        </p:txBody>
      </p:sp>
    </p:spTree>
    <p:extLst>
      <p:ext uri="{BB962C8B-B14F-4D97-AF65-F5344CB8AC3E}">
        <p14:creationId xmlns:p14="http://schemas.microsoft.com/office/powerpoint/2010/main" val="591770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2C061-7FEF-04BB-49A0-EF9A5125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CC7A9-1F83-D596-401A-CC564C97A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Raincloud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1AEFC9-F773-ED95-1168-6A80B177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577" y="1219426"/>
            <a:ext cx="8068299" cy="5399087"/>
          </a:xfrm>
          <a:prstGeom prst="rect">
            <a:avLst/>
          </a:prstGeom>
        </p:spPr>
      </p:pic>
      <p:sp>
        <p:nvSpPr>
          <p:cNvPr id="6" name="矩形 7">
            <a:extLst>
              <a:ext uri="{FF2B5EF4-FFF2-40B4-BE49-F238E27FC236}">
                <a16:creationId xmlns:a16="http://schemas.microsoft.com/office/drawing/2014/main" id="{31560C61-3896-F2EC-521D-594FFB48A815}"/>
              </a:ext>
            </a:extLst>
          </p:cNvPr>
          <p:cNvSpPr/>
          <p:nvPr/>
        </p:nvSpPr>
        <p:spPr>
          <a:xfrm>
            <a:off x="94121" y="6418807"/>
            <a:ext cx="29538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Zheng, Yuanrui et al (in prep)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403596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表面图&#10;&#10;描述已自动生成">
            <a:extLst>
              <a:ext uri="{FF2B5EF4-FFF2-40B4-BE49-F238E27FC236}">
                <a16:creationId xmlns:a16="http://schemas.microsoft.com/office/drawing/2014/main" id="{E8D6C3EB-E968-3FDA-6427-D66498E4F0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658" y="1169552"/>
            <a:ext cx="7352950" cy="538848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356658" y="830998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chemeClr val="bg1">
                    <a:lumMod val="50000"/>
                  </a:schemeClr>
                </a:solidFill>
              </a:rPr>
              <a:t>更复杂的图片</a:t>
            </a:r>
          </a:p>
        </p:txBody>
      </p:sp>
    </p:spTree>
    <p:extLst>
      <p:ext uri="{BB962C8B-B14F-4D97-AF65-F5344CB8AC3E}">
        <p14:creationId xmlns:p14="http://schemas.microsoft.com/office/powerpoint/2010/main" val="2618129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CCFC-9940-EF6F-2EEA-86C293C7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9C4D-047E-0945-EBAE-922F91AA8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C1C9D-0AFE-0339-A02A-B1817233D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110461" cy="4351338"/>
          </a:xfrm>
          <a:prstGeom prst="rect">
            <a:avLst/>
          </a:prstGeom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7EFEE465-C57A-677A-5D96-F6B96250E9C9}"/>
              </a:ext>
            </a:extLst>
          </p:cNvPr>
          <p:cNvSpPr/>
          <p:nvPr/>
        </p:nvSpPr>
        <p:spPr>
          <a:xfrm>
            <a:off x="0" y="6492875"/>
            <a:ext cx="932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CN" altLang="zh-CN" b="1" dirty="0"/>
              <a:t>Ghai, Forscher, &amp; Chuan-Peng (</a:t>
            </a:r>
            <a:r>
              <a:rPr kumimoji="1" lang="en-US" altLang="zh-CN" b="1" dirty="0"/>
              <a:t>2024, Nature Human Behavior, </a:t>
            </a:r>
            <a:r>
              <a:rPr kumimoji="1" lang="en-US" altLang="zh-CN" b="1" dirty="0" err="1"/>
              <a:t>doi</a:t>
            </a:r>
            <a:r>
              <a:rPr kumimoji="1" lang="en-US" altLang="zh-CN" b="1" dirty="0"/>
              <a:t>: 10.1038/s41562-024-01902-y)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77732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实用性：适用于数据分析的各个阶段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几乎科研每个阶段中</a:t>
            </a:r>
            <a:r>
              <a:rPr lang="zh-CN" alt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涉及到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的数据处理，均有对应的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R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包。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8285342-72B0-2489-0EAC-611455308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2506662"/>
            <a:ext cx="9956800" cy="427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229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实用性：适用于数据分析的各个阶段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几乎科研每个阶段中</a:t>
            </a:r>
            <a:r>
              <a:rPr lang="zh-CN" alt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涉及到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的数据处理，均有对应的</a:t>
            </a:r>
            <a:r>
              <a:rPr lang="en-US" altLang="zh-CN" dirty="0"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包。</a:t>
            </a: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245C2-DF2F-D320-E223-1FEB4FDEB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36" y="2431007"/>
            <a:ext cx="6362700" cy="3987800"/>
          </a:xfrm>
          <a:prstGeom prst="rect">
            <a:avLst/>
          </a:prstGeom>
        </p:spPr>
      </p:pic>
      <p:sp>
        <p:nvSpPr>
          <p:cNvPr id="4" name="矩形 7">
            <a:extLst>
              <a:ext uri="{FF2B5EF4-FFF2-40B4-BE49-F238E27FC236}">
                <a16:creationId xmlns:a16="http://schemas.microsoft.com/office/drawing/2014/main" id="{D2E44D40-073A-58FD-764C-D7DE65396BB0}"/>
              </a:ext>
            </a:extLst>
          </p:cNvPr>
          <p:cNvSpPr/>
          <p:nvPr/>
        </p:nvSpPr>
        <p:spPr>
          <a:xfrm>
            <a:off x="94121" y="6418807"/>
            <a:ext cx="4498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 err="1"/>
              <a:t>Munafò</a:t>
            </a:r>
            <a:r>
              <a:rPr kumimoji="1" lang="en-US" altLang="zh-CN" b="1" dirty="0"/>
              <a:t> e</a:t>
            </a:r>
            <a:r>
              <a:rPr kumimoji="1" lang="en-CN" altLang="zh-CN" b="1" dirty="0"/>
              <a:t>t al (2017), </a:t>
            </a:r>
            <a:r>
              <a:rPr kumimoji="1" lang="en-CN" altLang="zh-CN" b="1" i="1" dirty="0"/>
              <a:t>Nature Human Behavior</a:t>
            </a:r>
            <a:endParaRPr lang="zh-TW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441111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45798-D6D6-7B76-3FDF-41916621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实用性：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适应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AI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化时代的需求</a:t>
            </a:r>
            <a:endParaRPr lang="en-C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11DCB-12B2-C0EB-2594-A64156A7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4245B48-3D6C-0087-1E14-587118BEB2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11" descr="图示&#10;&#10;描述已自动生成">
            <a:extLst>
              <a:ext uri="{FF2B5EF4-FFF2-40B4-BE49-F238E27FC236}">
                <a16:creationId xmlns:a16="http://schemas.microsoft.com/office/drawing/2014/main" id="{18D3ED22-4163-C6C2-11DF-447114476E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59" y="1587153"/>
            <a:ext cx="6773562" cy="3988494"/>
          </a:xfrm>
          <a:prstGeom prst="rect">
            <a:avLst/>
          </a:prstGeom>
        </p:spPr>
      </p:pic>
      <p:pic>
        <p:nvPicPr>
          <p:cNvPr id="8" name="Picture 8" descr="The Case for tidymodels · R Views">
            <a:extLst>
              <a:ext uri="{FF2B5EF4-FFF2-40B4-BE49-F238E27FC236}">
                <a16:creationId xmlns:a16="http://schemas.microsoft.com/office/drawing/2014/main" id="{2C32D817-9C8C-2EF0-FE1F-2D98BE242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464" y="1754782"/>
            <a:ext cx="3588862" cy="365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12">
            <a:extLst>
              <a:ext uri="{FF2B5EF4-FFF2-40B4-BE49-F238E27FC236}">
                <a16:creationId xmlns:a16="http://schemas.microsoft.com/office/drawing/2014/main" id="{6FA7A945-9457-427C-875B-2A7D5B8740BC}"/>
              </a:ext>
            </a:extLst>
          </p:cNvPr>
          <p:cNvSpPr/>
          <p:nvPr/>
        </p:nvSpPr>
        <p:spPr>
          <a:xfrm>
            <a:off x="2495001" y="5662613"/>
            <a:ext cx="26468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TW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中的深度学习框架</a:t>
            </a:r>
            <a:r>
              <a:rPr lang="en-US" altLang="zh-TW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TW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keras</a:t>
            </a:r>
            <a:r>
              <a:rPr lang="en-US" altLang="zh-TW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4F8C9559-6E4F-1A4B-20A9-C075E8EF849C}"/>
              </a:ext>
            </a:extLst>
          </p:cNvPr>
          <p:cNvSpPr/>
          <p:nvPr/>
        </p:nvSpPr>
        <p:spPr>
          <a:xfrm>
            <a:off x="7412218" y="5649479"/>
            <a:ext cx="39173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/>
              <a:t>R</a:t>
            </a:r>
            <a:r>
              <a:rPr lang="zh-TW" altLang="en-US" sz="1600" dirty="0"/>
              <a:t>中的机器学习框架</a:t>
            </a:r>
            <a:r>
              <a:rPr lang="en-US" altLang="zh-TW" sz="1600" dirty="0"/>
              <a:t>(mlr3verse, </a:t>
            </a:r>
            <a:r>
              <a:rPr lang="en-US" altLang="zh-TW" sz="1600" dirty="0" err="1"/>
              <a:t>tidymodels</a:t>
            </a:r>
            <a:r>
              <a:rPr lang="en-US" altLang="zh-TW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4048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59D2-73A5-C61B-7029-3BCF29BA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实用性：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适应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AI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时代的需求</a:t>
            </a:r>
            <a:endParaRPr lang="en-C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7C7393-BEAE-8C67-2117-0D105036C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强大的社区</a:t>
            </a:r>
          </a:p>
          <a:p>
            <a:pPr>
              <a:lnSpc>
                <a:spcPct val="130000"/>
              </a:lnSpc>
            </a:pPr>
            <a:r>
              <a:rPr lang="en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众多的教程</a:t>
            </a:r>
          </a:p>
        </p:txBody>
      </p:sp>
      <p:pic>
        <p:nvPicPr>
          <p:cNvPr id="7" name="图片 5">
            <a:extLst>
              <a:ext uri="{FF2B5EF4-FFF2-40B4-BE49-F238E27FC236}">
                <a16:creationId xmlns:a16="http://schemas.microsoft.com/office/drawing/2014/main" id="{1BD64461-2A3B-265A-E9BC-152DC1440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177" y="1544597"/>
            <a:ext cx="6226023" cy="4981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AE2181-202D-1052-5A6F-732030794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8" y="4713032"/>
            <a:ext cx="7989480" cy="192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49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175FE7BF-3490-0216-6C88-6A48B52ADF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154" y="734298"/>
            <a:ext cx="6031846" cy="61237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7D4983-584B-0427-EE52-F753A0F9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实用性：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适应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AI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化时代的需求</a:t>
            </a:r>
            <a:endParaRPr lang="en-C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29D11F-00E2-8526-D412-6FC75D585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1954" cy="4351338"/>
          </a:xfrm>
        </p:spPr>
        <p:txBody>
          <a:bodyPr/>
          <a:lstStyle/>
          <a:p>
            <a:r>
              <a:rPr lang="zh-TW" altLang="en-US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心理学研究日益流行</a:t>
            </a:r>
            <a:endParaRPr lang="en-US" altLang="zh-TW" dirty="0"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r>
              <a:rPr lang="en-US" altLang="zh-TW" sz="2400" i="1" dirty="0"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Advances in Methods and Practices in Psychological Science</a:t>
            </a:r>
            <a:r>
              <a:rPr lang="zh-CN" altLang="en-US" sz="2400" i="1" dirty="0"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(IF = 15.6)</a:t>
            </a:r>
            <a:r>
              <a:rPr lang="zh-TW" altLang="en-US" dirty="0">
                <a:latin typeface="Times New Roman" panose="02020603050405020304" pitchFamily="18" charset="0"/>
                <a:ea typeface="KaiTi_GB2312" panose="02010609030101010101" pitchFamily="49" charset="-122"/>
                <a:cs typeface="Times New Roman" panose="02020603050405020304" pitchFamily="18" charset="0"/>
              </a:rPr>
              <a:t>发表多篇教程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382398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1011"/>
            <a:ext cx="5670430" cy="31943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EF9F9A-6C46-524C-928B-CDE2CAFD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2. R</a:t>
            </a:r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语言使用的示例展示</a:t>
            </a:r>
            <a:endParaRPr lang="en-C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2742DB-92E7-C16A-D502-AC8A56441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91114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4336980" y="1737436"/>
            <a:ext cx="342754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1600" b="1" cap="none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df.clean &lt;- </a:t>
            </a:r>
            <a:r>
              <a:rPr lang="en-US" altLang="zh-CN" sz="1600" b="1" cap="none" spc="50" dirty="0" err="1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df.raw</a:t>
            </a:r>
            <a:r>
              <a:rPr lang="en-US" altLang="zh-CN" sz="1600" b="1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1600" b="1" cap="none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%&gt;%</a:t>
            </a:r>
          </a:p>
          <a:p>
            <a:r>
              <a:rPr lang="en-US" altLang="zh-CN" sz="1600" b="1" cap="none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 dplyr::filter()		%&gt;%</a:t>
            </a:r>
          </a:p>
          <a:p>
            <a:r>
              <a:rPr lang="en-US" altLang="zh-CN" sz="1600" b="1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cs typeface="Times New Roman" panose="02020603050405020304" pitchFamily="18" charset="0"/>
              </a:rPr>
              <a:t> dplyr::mutate()		%&gt;% </a:t>
            </a:r>
            <a:endParaRPr lang="zh-CN" altLang="en-US" sz="1600" b="1" spc="50" dirty="0">
              <a:ln w="9525" cmpd="sng">
                <a:solidFill>
                  <a:schemeClr val="accent2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2">
                    <a:alpha val="40000"/>
                  </a:schemeClr>
                </a:glow>
              </a:effectLst>
              <a:cs typeface="Times New Roman" panose="02020603050405020304" pitchFamily="18" charset="0"/>
            </a:endParaRPr>
          </a:p>
          <a:p>
            <a:r>
              <a:rPr lang="en-US" altLang="zh-CN" sz="1600" b="1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cs typeface="Times New Roman" panose="02020603050405020304" pitchFamily="18" charset="0"/>
              </a:rPr>
              <a:t> dplyr::group_by()		%&gt;%</a:t>
            </a:r>
          </a:p>
          <a:p>
            <a:r>
              <a:rPr lang="en-US" altLang="zh-CN" sz="1600" b="1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cs typeface="Times New Roman" panose="02020603050405020304" pitchFamily="18" charset="0"/>
              </a:rPr>
              <a:t> dplyr::summarize()		%&gt;%</a:t>
            </a:r>
          </a:p>
          <a:p>
            <a:r>
              <a:rPr lang="en-US" altLang="zh-CN" sz="1600" b="1" spc="50" dirty="0">
                <a:ln w="9525" cmpd="sng">
                  <a:solidFill>
                    <a:schemeClr val="accent2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2">
                      <a:alpha val="40000"/>
                    </a:schemeClr>
                  </a:glow>
                </a:effectLst>
                <a:cs typeface="Times New Roman" panose="02020603050405020304" pitchFamily="18" charset="0"/>
              </a:rPr>
              <a:t> dplyr::ungroup()		%&gt;%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55" y="1427427"/>
            <a:ext cx="3238004" cy="21896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685480" y="967301"/>
            <a:ext cx="2379024" cy="3109930"/>
            <a:chOff x="4407725" y="139912"/>
            <a:chExt cx="2379024" cy="310993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60" b="41528"/>
            <a:stretch/>
          </p:blipFill>
          <p:spPr>
            <a:xfrm>
              <a:off x="5896100" y="139912"/>
              <a:ext cx="890649" cy="310993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71183" b="41752"/>
            <a:stretch/>
          </p:blipFill>
          <p:spPr>
            <a:xfrm>
              <a:off x="4407725" y="139912"/>
              <a:ext cx="1506188" cy="3098055"/>
            </a:xfrm>
            <a:prstGeom prst="rect">
              <a:avLst/>
            </a:prstGeom>
          </p:spPr>
        </p:pic>
      </p:grpSp>
      <p:pic>
        <p:nvPicPr>
          <p:cNvPr id="21" name="Picture 8" descr="6 Data Manipulation using dplyr | EngleLab: useRgui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158" y="4486223"/>
            <a:ext cx="1407186" cy="163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EA3FF15-C50C-2404-1744-089DB836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</a:rPr>
              <a:t>2.1 </a:t>
            </a:r>
            <a:r>
              <a:rPr lang="zh-CN" altLang="en-US" sz="4400" b="1" dirty="0">
                <a:latin typeface="Times New Roman" panose="02020603050405020304" pitchFamily="18" charset="0"/>
              </a:rPr>
              <a:t>数据清洗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37865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散点图&#10;&#10;描述已自动生成">
            <a:extLst>
              <a:ext uri="{FF2B5EF4-FFF2-40B4-BE49-F238E27FC236}">
                <a16:creationId xmlns:a16="http://schemas.microsoft.com/office/drawing/2014/main" id="{08B62674-932C-48D3-F554-F027E830D1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194" y="1514032"/>
            <a:ext cx="4435432" cy="284189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 descr="图表, 表面图&#10;&#10;描述已自动生成">
            <a:extLst>
              <a:ext uri="{FF2B5EF4-FFF2-40B4-BE49-F238E27FC236}">
                <a16:creationId xmlns:a16="http://schemas.microsoft.com/office/drawing/2014/main" id="{E8D6C3EB-E968-3FDA-6427-D66498E4F0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784" y="2454949"/>
            <a:ext cx="3848542" cy="282033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308E049-088E-5A08-7781-8A03F513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</a:rPr>
              <a:t>2.2 ggplot2</a:t>
            </a:r>
            <a:r>
              <a:rPr lang="zh-CN" altLang="en-US" sz="4400" b="1" dirty="0">
                <a:latin typeface="Times New Roman" panose="02020603050405020304" pitchFamily="18" charset="0"/>
              </a:rPr>
              <a:t>画图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886349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4CD270-81CD-CF3B-92E4-7934256E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b="1" dirty="0">
                <a:latin typeface="Times New Roman" panose="02020603050405020304" pitchFamily="18" charset="0"/>
              </a:rPr>
              <a:t>2.3 &amp; 2.4 </a:t>
            </a:r>
            <a:r>
              <a:rPr lang="zh-CN" altLang="en-US" sz="4400" b="1" dirty="0">
                <a:latin typeface="Times New Roman" panose="02020603050405020304" pitchFamily="18" charset="0"/>
              </a:rPr>
              <a:t>心理学数据分析与结果汇报：</a:t>
            </a:r>
            <a:endParaRPr lang="en-CN" dirty="0">
              <a:latin typeface="Monaco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137DC3-21AE-3B50-8AF0-E4709BD91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543" y="1448266"/>
            <a:ext cx="7010400" cy="5409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783D9-37B4-EFA8-D555-819C42CC335F}"/>
              </a:ext>
            </a:extLst>
          </p:cNvPr>
          <p:cNvSpPr txBox="1"/>
          <p:nvPr/>
        </p:nvSpPr>
        <p:spPr>
          <a:xfrm>
            <a:off x="6542315" y="6384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7030A0"/>
                </a:solidFill>
              </a:rPr>
              <a:t>https://psychbruce.github.io/bruceR/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1E80D-EB2C-7629-6EA2-E1AF10F6A94A}"/>
              </a:ext>
            </a:extLst>
          </p:cNvPr>
          <p:cNvSpPr txBox="1"/>
          <p:nvPr/>
        </p:nvSpPr>
        <p:spPr>
          <a:xfrm>
            <a:off x="838200" y="1690688"/>
            <a:ext cx="6319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Monaco" pitchFamily="2" charset="77"/>
              </a:rPr>
              <a:t>`</a:t>
            </a:r>
            <a:r>
              <a:rPr lang="en-US" altLang="zh-CN" sz="2400" b="1" dirty="0" err="1">
                <a:latin typeface="Monaco" pitchFamily="2" charset="77"/>
              </a:rPr>
              <a:t>bruceR</a:t>
            </a:r>
            <a:r>
              <a:rPr lang="en-US" altLang="zh-CN" sz="2400" b="1" dirty="0">
                <a:latin typeface="Monaco" pitchFamily="2" charset="77"/>
              </a:rPr>
              <a:t>`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406667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809866" y="1372655"/>
            <a:ext cx="2379024" cy="4762004"/>
            <a:chOff x="4407725" y="139912"/>
            <a:chExt cx="2379024" cy="476200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60" b="10913"/>
            <a:stretch/>
          </p:blipFill>
          <p:spPr>
            <a:xfrm>
              <a:off x="5896100" y="139912"/>
              <a:ext cx="890649" cy="473825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183" b="10467"/>
            <a:stretch/>
          </p:blipFill>
          <p:spPr>
            <a:xfrm>
              <a:off x="4407725" y="139912"/>
              <a:ext cx="1506188" cy="4762004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10495810" y="2168721"/>
            <a:ext cx="12570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700</a:t>
            </a:r>
            <a:endParaRPr lang="zh-CN" alt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322916" y="2193107"/>
            <a:ext cx="9380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?=</a:t>
            </a:r>
            <a:endParaRPr lang="zh-CN" alt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A75D5-1C15-A306-1987-966DBB43E977}"/>
              </a:ext>
            </a:extLst>
          </p:cNvPr>
          <p:cNvSpPr txBox="1"/>
          <p:nvPr/>
        </p:nvSpPr>
        <p:spPr>
          <a:xfrm>
            <a:off x="949778" y="2328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One-Sample </a:t>
            </a:r>
            <a:r>
              <a:rPr lang="en-US" altLang="zh-TW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TW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-test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D1BCDE3-374F-3EA4-2826-C2CCEC1112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Times New Roman" panose="02020603050405020304" pitchFamily="18" charset="0"/>
              </a:rPr>
              <a:t>2.3 &amp; 2.4 </a:t>
            </a:r>
            <a:r>
              <a:rPr lang="zh-CN" altLang="en-US" b="1" dirty="0">
                <a:latin typeface="Times New Roman" panose="02020603050405020304" pitchFamily="18" charset="0"/>
              </a:rPr>
              <a:t>心理学数据分析与结果汇报：</a:t>
            </a:r>
            <a:endParaRPr lang="en-CN" dirty="0">
              <a:latin typeface="Monaco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36679-AF45-3C64-8E29-83549D14F570}"/>
              </a:ext>
            </a:extLst>
          </p:cNvPr>
          <p:cNvSpPr txBox="1"/>
          <p:nvPr/>
        </p:nvSpPr>
        <p:spPr>
          <a:xfrm>
            <a:off x="838200" y="1690688"/>
            <a:ext cx="6319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Monaco" pitchFamily="2" charset="77"/>
              </a:rPr>
              <a:t>`</a:t>
            </a:r>
            <a:r>
              <a:rPr lang="en-US" altLang="zh-CN" sz="2400" b="1" dirty="0" err="1">
                <a:solidFill>
                  <a:srgbClr val="0432FF"/>
                </a:solidFill>
                <a:latin typeface="Monaco" pitchFamily="2" charset="77"/>
              </a:rPr>
              <a:t>bruceR</a:t>
            </a:r>
            <a:r>
              <a:rPr lang="en-US" altLang="zh-CN" sz="2400" b="1" dirty="0">
                <a:latin typeface="Monaco" pitchFamily="2" charset="77"/>
              </a:rPr>
              <a:t>`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2059580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81049" y="2302907"/>
            <a:ext cx="11910951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One-Sample t-test</a:t>
            </a:r>
          </a:p>
          <a:p>
            <a:endParaRPr lang="en-US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Hypothesis: two-sided (</a:t>
            </a:r>
            <a:r>
              <a:rPr lang="el-GR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μ ≠ 700)</a:t>
            </a:r>
          </a:p>
          <a:p>
            <a:endParaRPr lang="el-GR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Descriptives: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Variable      N       Mean (S.D.)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 rt_mean   522   671.99 (101.14)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</a:t>
            </a:r>
          </a:p>
          <a:p>
            <a:endParaRPr lang="en-US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Results of t-test: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                              	            	           t        df     p                  Difference [95% CI]          Cohen’s d [95% CI]       BF10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─────────────────────────────────────────────────────────────────────────────────rt_mean: (rt_mean - 700)  -6.33    521 &lt;.001 </a:t>
            </a:r>
            <a:r>
              <a:rPr lang="en-US" altLang="zh-TW" sz="1050" dirty="0"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     -28.01 [-36.70, -19.31]         -0.28 [-0.36, -0.19]     1.05e+07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180602" y="1351059"/>
            <a:ext cx="2053455" cy="4155882"/>
            <a:chOff x="4407725" y="139912"/>
            <a:chExt cx="2379024" cy="476200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60" b="10913"/>
            <a:stretch/>
          </p:blipFill>
          <p:spPr>
            <a:xfrm>
              <a:off x="5896100" y="139912"/>
              <a:ext cx="890649" cy="473825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183" b="10467"/>
            <a:stretch/>
          </p:blipFill>
          <p:spPr>
            <a:xfrm>
              <a:off x="4407725" y="139912"/>
              <a:ext cx="1506188" cy="4762004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10495810" y="2168721"/>
            <a:ext cx="12570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700</a:t>
            </a:r>
            <a:endParaRPr lang="zh-CN" alt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359259" y="2149434"/>
            <a:ext cx="9380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?=</a:t>
            </a:r>
            <a:endParaRPr lang="zh-CN" alt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4385" y="1241078"/>
            <a:ext cx="689361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宋体" panose="02010600030101010101" pitchFamily="2" charset="-122"/>
              </a:rPr>
              <a:t>CODE</a:t>
            </a:r>
            <a:endParaRPr lang="en-US" altLang="zh-TW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TW" altLang="en-US" sz="1600" dirty="0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bruceR::TTEST(df.t.one, "rt_mean", test.value = 700, test.sided = "=")</a:t>
            </a:r>
            <a:endParaRPr lang="en-US" altLang="zh-TW" sz="1600" dirty="0">
              <a:solidFill>
                <a:srgbClr val="0432FF"/>
              </a:solidFill>
              <a:latin typeface="Monaco" pitchFamily="2" charset="77"/>
              <a:ea typeface="宋体" panose="02010600030101010101" pitchFamily="2" charset="-122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89FFBE7-B56D-A793-3A50-24DDC09083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latin typeface="Times New Roman" panose="02020603050405020304" pitchFamily="18" charset="0"/>
              </a:rPr>
              <a:t>2.3 &amp; 2.4 </a:t>
            </a:r>
            <a:r>
              <a:rPr lang="zh-CN" altLang="en-US" b="1">
                <a:latin typeface="Times New Roman" panose="02020603050405020304" pitchFamily="18" charset="0"/>
              </a:rPr>
              <a:t>心理学数据分析与结果汇报：</a:t>
            </a:r>
            <a:endParaRPr lang="en-CN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13993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837063"/>
            <a:ext cx="11910951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Paired-Samples t-test</a:t>
            </a:r>
          </a:p>
          <a:p>
            <a:endParaRPr lang="en-US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Hypothesis: two-sided (</a:t>
            </a:r>
            <a:r>
              <a:rPr lang="el-GR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μ2 - μ1 ≠ 0)</a:t>
            </a:r>
          </a:p>
          <a:p>
            <a:endParaRPr lang="el-GR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 is large; approximation invoked.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Descriptives: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   Variable      N      Mean (S.D.)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congruent    522  671.99 (101.14)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incongruent 522 794.04 (121.84)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</a:t>
            </a:r>
          </a:p>
          <a:p>
            <a:endParaRPr lang="en-US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Results of t-test: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                                       		     	     t         df     p                  Difference [95% CI]          Cohen’s d [95% CI]        BF10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─────────────────────────────────────────────────────────────────────────────────Paired: (incongruent - congruent)  46.35    521 &lt;.001 </a:t>
            </a:r>
            <a:r>
              <a:rPr lang="en-US" altLang="zh-TW" sz="1050" dirty="0"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   122.05 [116.88, 127.22]         2.03 [1.94, 2.11]         8.35e+182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7242958" y="95003"/>
            <a:ext cx="2861955" cy="5408170"/>
            <a:chOff x="6290953" y="1279942"/>
            <a:chExt cx="2106948" cy="398145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665"/>
            <a:stretch/>
          </p:blipFill>
          <p:spPr>
            <a:xfrm>
              <a:off x="6290953" y="1279942"/>
              <a:ext cx="1273629" cy="398145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28" r="26299"/>
            <a:stretch/>
          </p:blipFill>
          <p:spPr>
            <a:xfrm>
              <a:off x="7564583" y="1279942"/>
              <a:ext cx="833318" cy="3981450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2" r="609"/>
          <a:stretch/>
        </p:blipFill>
        <p:spPr>
          <a:xfrm>
            <a:off x="10104913" y="95003"/>
            <a:ext cx="1255011" cy="540817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" y="813321"/>
            <a:ext cx="7242956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宋体" panose="02010600030101010101" pitchFamily="2" charset="-122"/>
              </a:rPr>
              <a:t>CODE</a:t>
            </a:r>
            <a:endParaRPr lang="en-US" altLang="zh-TW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fr-FR" altLang="zh-TW" sz="1500" dirty="0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bruceR::TTEST(</a:t>
            </a:r>
            <a:r>
              <a:rPr lang="fr-FR" altLang="zh-TW" sz="1500" dirty="0" err="1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df.t.pair</a:t>
            </a:r>
            <a:r>
              <a:rPr lang="fr-FR" altLang="zh-TW" sz="1500" dirty="0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, y=c("congruent", "incongruent"), paired = T)</a:t>
            </a:r>
          </a:p>
        </p:txBody>
      </p:sp>
    </p:spTree>
    <p:extLst>
      <p:ext uri="{BB962C8B-B14F-4D97-AF65-F5344CB8AC3E}">
        <p14:creationId xmlns:p14="http://schemas.microsoft.com/office/powerpoint/2010/main" val="267499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769005"/>
            <a:ext cx="11566565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宋体" panose="02010600030101010101" pitchFamily="2" charset="-122"/>
              </a:rPr>
              <a:t>OUTPUT</a:t>
            </a:r>
          </a:p>
          <a:p>
            <a:endParaRPr lang="en-US" altLang="zh-TW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Levene’s</a:t>
            </a:r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test for homogeneity of variance: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TW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Levene’s</a:t>
            </a:r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F                	df1  df2      p    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congruent: group (B - A)      0.90    1    520   .345    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Note: H0 = equal variance (homoscedasticity).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If significant (violation of the assumption),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then you should better set `</a:t>
            </a:r>
            <a:r>
              <a:rPr lang="en-US" altLang="zh-TW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var.equal</a:t>
            </a:r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=FALSE`.</a:t>
            </a:r>
          </a:p>
          <a:p>
            <a:endParaRPr lang="en-US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Results of t-test: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                            	         	       t       df      p         Difference [95% CI]       Cohen’s d [95% CI]        BF10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 congruent: group (B - A)  0.16  520   .877       1.38 [-16.03, 18.79]         0.01 [-0.16, 0.19]        9.85e-02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868320"/>
            <a:ext cx="8649194" cy="741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b="1" dirty="0">
                <a:latin typeface="Times New Roman" panose="02020603050405020304" pitchFamily="18" charset="0"/>
                <a:ea typeface="宋体" panose="02010600030101010101" pitchFamily="2" charset="-122"/>
              </a:rPr>
              <a:t>CODE</a:t>
            </a:r>
            <a:endParaRPr lang="en-US" altLang="zh-TW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TW" sz="1600" dirty="0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bruceR::TTEST(</a:t>
            </a:r>
            <a:r>
              <a:rPr lang="en-US" altLang="zh-TW" sz="1600" dirty="0" err="1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df.t.ind</a:t>
            </a:r>
            <a:r>
              <a:rPr lang="en-US" altLang="zh-TW" sz="1600" dirty="0">
                <a:solidFill>
                  <a:srgbClr val="0432FF"/>
                </a:solidFill>
                <a:latin typeface="Monaco" pitchFamily="2" charset="77"/>
                <a:ea typeface="宋体" panose="02010600030101010101" pitchFamily="2" charset="-122"/>
              </a:rPr>
              <a:t>, "congruent", x="group")</a:t>
            </a:r>
          </a:p>
        </p:txBody>
      </p:sp>
      <p:sp>
        <p:nvSpPr>
          <p:cNvPr id="6" name="矩形 5"/>
          <p:cNvSpPr/>
          <p:nvPr/>
        </p:nvSpPr>
        <p:spPr>
          <a:xfrm>
            <a:off x="4200710" y="2315067"/>
            <a:ext cx="479763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Independent-Samples t-test</a:t>
            </a:r>
          </a:p>
          <a:p>
            <a:endParaRPr lang="en-US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Hypothesis: two-sided (</a:t>
            </a:r>
            <a:r>
              <a:rPr lang="el-GR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μ2 - μ1 ≠ 0)</a:t>
            </a:r>
          </a:p>
          <a:p>
            <a:endParaRPr lang="el-GR" altLang="zh-TW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Descriptives: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  Variable Factor Level   N     Mean (S.D.)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 congruent  group     A 261 671.31 ( 99.88)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congruent  group     B 261 672.68 (102.58)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───────────────────────────────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8971435" y="95003"/>
            <a:ext cx="2775424" cy="2131806"/>
            <a:chOff x="5252296" y="433978"/>
            <a:chExt cx="2775424" cy="2131806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696"/>
            <a:stretch/>
          </p:blipFill>
          <p:spPr>
            <a:xfrm>
              <a:off x="5252296" y="433979"/>
              <a:ext cx="1279134" cy="2124075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87" r="35998"/>
            <a:stretch/>
          </p:blipFill>
          <p:spPr>
            <a:xfrm>
              <a:off x="6531430" y="433978"/>
              <a:ext cx="866898" cy="212407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58" r="39"/>
            <a:stretch/>
          </p:blipFill>
          <p:spPr>
            <a:xfrm>
              <a:off x="7398328" y="441709"/>
              <a:ext cx="629392" cy="2124075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8998341" y="3262983"/>
            <a:ext cx="2743321" cy="1852851"/>
            <a:chOff x="4878655" y="1818836"/>
            <a:chExt cx="2743321" cy="1852851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215"/>
            <a:stretch/>
          </p:blipFill>
          <p:spPr>
            <a:xfrm>
              <a:off x="4878655" y="1818836"/>
              <a:ext cx="1260888" cy="184785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77" r="36637"/>
            <a:stretch/>
          </p:blipFill>
          <p:spPr>
            <a:xfrm>
              <a:off x="6139543" y="1818836"/>
              <a:ext cx="843148" cy="184785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391"/>
            <a:stretch/>
          </p:blipFill>
          <p:spPr>
            <a:xfrm>
              <a:off x="6982689" y="1823837"/>
              <a:ext cx="639287" cy="1847850"/>
            </a:xfrm>
            <a:prstGeom prst="rect">
              <a:avLst/>
            </a:prstGeom>
          </p:spPr>
        </p:pic>
      </p:grpSp>
      <p:sp>
        <p:nvSpPr>
          <p:cNvPr id="19" name="矩形 18"/>
          <p:cNvSpPr/>
          <p:nvPr/>
        </p:nvSpPr>
        <p:spPr>
          <a:xfrm>
            <a:off x="9790190" y="2279365"/>
            <a:ext cx="9380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?=</a:t>
            </a:r>
            <a:endParaRPr lang="zh-CN" alt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55715" y="1292507"/>
            <a:ext cx="1104658" cy="317555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08814" y="1292507"/>
            <a:ext cx="1436914" cy="317555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2039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2948" y="1420871"/>
            <a:ext cx="84671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TW" sz="1600" dirty="0" err="1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lm_result</a:t>
            </a:r>
            <a:r>
              <a:rPr lang="en-US" altLang="zh-TW" sz="1600" dirty="0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 &lt;- lm(rt_mean ~ condition + </a:t>
            </a:r>
            <a:r>
              <a:rPr lang="en-US" altLang="zh-TW" sz="1600" dirty="0" err="1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acc</a:t>
            </a:r>
            <a:r>
              <a:rPr lang="en-US" altLang="zh-TW" sz="1600" dirty="0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 + n, data = df.t)</a:t>
            </a:r>
          </a:p>
          <a:p>
            <a:pPr>
              <a:lnSpc>
                <a:spcPct val="130000"/>
              </a:lnSpc>
            </a:pPr>
            <a:r>
              <a:rPr lang="en-US" altLang="zh-TW" sz="1600" dirty="0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summary(</a:t>
            </a:r>
            <a:r>
              <a:rPr lang="en-US" altLang="zh-TW" sz="1600" dirty="0" err="1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lm_result</a:t>
            </a:r>
            <a:r>
              <a:rPr lang="en-US" altLang="zh-TW" sz="1600" dirty="0">
                <a:solidFill>
                  <a:srgbClr val="0432FF"/>
                </a:solidFill>
                <a:latin typeface="Monaco" pitchFamily="2" charset="77"/>
                <a:cs typeface="Times New Roman" panose="02020603050405020304" pitchFamily="18" charset="0"/>
              </a:rPr>
              <a:t>)</a:t>
            </a:r>
            <a:endParaRPr lang="zh-TW" altLang="en-US" sz="1600" dirty="0">
              <a:solidFill>
                <a:srgbClr val="0432FF"/>
              </a:solidFill>
              <a:latin typeface="Monaco" pitchFamily="2" charset="77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52948" y="2549128"/>
            <a:ext cx="10230928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Residuals: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Min      1Q  Median      3Q     Max 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-571.25  -89.73   -9.61   80.52  630.75 </a:t>
            </a:r>
          </a:p>
          <a:p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Coefficients: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Estimate     Std. Error      t value            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(&gt;|t|)    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(Intercept)                    749.503       8.370          89.552 	  &lt; 0.0000000000000002 ***</a:t>
            </a:r>
          </a:p>
          <a:p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conditionincongruent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100.498       7.286          13.793 	  &lt; 0.0000000000000002 ***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acc1                     	 217.730      50.018          4.353         0.0000142248 ***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                    	  -6.253        1.164           -5.373        0.0000000882 ***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codes:  0 ‘***’ 0.001 ‘**’ 0.01 ‘*’ 0.05 ‘.’ 0.1 ‘ ’ 1</a:t>
            </a:r>
          </a:p>
          <a:p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standard error: 146.2 on 1700 degrees of freedom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R-squared:  0.1601,	Adjusted R-squared:  0.1586 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F-statistic:   108 on 3 and 1700 DF,  p-value: &lt; 0.00000000000000022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D2EE99-ABD5-3F29-07E7-CD429C9A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</a:rPr>
              <a:t>2.5 </a:t>
            </a:r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38781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D2EE99-ABD5-3F29-07E7-CD429C9A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</a:rPr>
              <a:t>2.5 </a:t>
            </a:r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CN" dirty="0"/>
          </a:p>
        </p:txBody>
      </p:sp>
      <p:pic>
        <p:nvPicPr>
          <p:cNvPr id="2" name="图片 4">
            <a:extLst>
              <a:ext uri="{FF2B5EF4-FFF2-40B4-BE49-F238E27FC236}">
                <a16:creationId xmlns:a16="http://schemas.microsoft.com/office/drawing/2014/main" id="{B43441CF-375B-1531-0026-5DB5E253D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228" y="3282272"/>
            <a:ext cx="3679371" cy="3575727"/>
          </a:xfrm>
          <a:prstGeom prst="rect">
            <a:avLst/>
          </a:prstGeom>
        </p:spPr>
      </p:pic>
      <p:sp>
        <p:nvSpPr>
          <p:cNvPr id="6" name="矩形 2">
            <a:extLst>
              <a:ext uri="{FF2B5EF4-FFF2-40B4-BE49-F238E27FC236}">
                <a16:creationId xmlns:a16="http://schemas.microsoft.com/office/drawing/2014/main" id="{8DF22921-176C-980C-807A-05656DB411DD}"/>
              </a:ext>
            </a:extLst>
          </p:cNvPr>
          <p:cNvSpPr/>
          <p:nvPr/>
        </p:nvSpPr>
        <p:spPr>
          <a:xfrm>
            <a:off x="261257" y="1940693"/>
            <a:ext cx="9381506" cy="2022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>
              <a:lnSpc>
                <a:spcPct val="130000"/>
              </a:lnSpc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TW" sz="2000" dirty="0" err="1">
                <a:latin typeface="Monaco" pitchFamily="2" charset="77"/>
                <a:cs typeface="Times New Roman" panose="02020603050405020304" pitchFamily="18" charset="0"/>
              </a:rPr>
              <a:t>lm_result</a:t>
            </a: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 &lt;- lm(rt_mean ~ </a:t>
            </a:r>
            <a:r>
              <a:rPr lang="en-US" altLang="zh-TW" sz="2000" dirty="0" err="1">
                <a:latin typeface="Monaco" pitchFamily="2" charset="77"/>
                <a:cs typeface="Times New Roman" panose="02020603050405020304" pitchFamily="18" charset="0"/>
              </a:rPr>
              <a:t>stim_word</a:t>
            </a: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 + n + </a:t>
            </a:r>
            <a:r>
              <a:rPr lang="en-US" altLang="zh-TW" sz="2000" dirty="0" err="1">
                <a:latin typeface="Monaco" pitchFamily="2" charset="77"/>
                <a:cs typeface="Times New Roman" panose="02020603050405020304" pitchFamily="18" charset="0"/>
              </a:rPr>
              <a:t>stim_word</a:t>
            </a: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*n, </a:t>
            </a:r>
          </a:p>
          <a:p>
            <a:pPr>
              <a:lnSpc>
                <a:spcPct val="130000"/>
              </a:lnSpc>
            </a:pP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                data = </a:t>
            </a:r>
            <a:r>
              <a:rPr lang="en-US" altLang="zh-TW" sz="2000" dirty="0" err="1">
                <a:latin typeface="Monaco" pitchFamily="2" charset="77"/>
                <a:cs typeface="Times New Roman" panose="02020603050405020304" pitchFamily="18" charset="0"/>
              </a:rPr>
              <a:t>df.F.ANOVA.within</a:t>
            </a: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summary(</a:t>
            </a:r>
            <a:r>
              <a:rPr lang="en-US" altLang="zh-TW" sz="2000" dirty="0" err="1">
                <a:latin typeface="Monaco" pitchFamily="2" charset="77"/>
                <a:cs typeface="Times New Roman" panose="02020603050405020304" pitchFamily="18" charset="0"/>
              </a:rPr>
              <a:t>lm_result</a:t>
            </a:r>
            <a:r>
              <a:rPr lang="en-US" altLang="zh-TW" sz="2000" dirty="0">
                <a:latin typeface="Monaco" pitchFamily="2" charset="77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2829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F116B9-631B-8D33-4CD3-F8D2FE7B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关于本</a:t>
            </a:r>
            <a:r>
              <a:rPr lang="zh-CN" altLang="en-US" sz="4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课程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736672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D588E-B78E-354D-55ED-363351D9C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课程理念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/>
              <a:t>以问题解决为起点，以能力提升为终极目标</a:t>
            </a:r>
            <a:endParaRPr lang="en-US" altLang="zh-CN" b="1" dirty="0"/>
          </a:p>
          <a:p>
            <a:pPr lvl="1"/>
            <a:r>
              <a:rPr lang="zh-CN" altLang="en-US" b="1" dirty="0"/>
              <a:t>理解 </a:t>
            </a:r>
            <a:r>
              <a:rPr lang="en-US" altLang="zh-CN" b="1" dirty="0"/>
              <a:t>&gt; </a:t>
            </a:r>
            <a:r>
              <a:rPr lang="zh-CN" altLang="en-US" b="1" dirty="0"/>
              <a:t>记忆</a:t>
            </a:r>
            <a:endParaRPr lang="en-US" altLang="zh-CN" b="1" dirty="0"/>
          </a:p>
          <a:p>
            <a:pPr lvl="1"/>
            <a:r>
              <a:rPr lang="zh-CN" altLang="en-US" b="1" dirty="0"/>
              <a:t>能力提升 </a:t>
            </a:r>
            <a:r>
              <a:rPr lang="en-US" altLang="zh-CN" b="1" dirty="0"/>
              <a:t>&gt; </a:t>
            </a:r>
            <a:r>
              <a:rPr lang="zh-CN" altLang="en-US" b="1" dirty="0"/>
              <a:t>问题解决</a:t>
            </a:r>
            <a:endParaRPr lang="en-US" altLang="zh-CN" b="1" dirty="0"/>
          </a:p>
          <a:p>
            <a:pPr lvl="1"/>
            <a:r>
              <a:rPr lang="zh-CN" altLang="en-US" b="1" dirty="0"/>
              <a:t>区分“</a:t>
            </a:r>
            <a:r>
              <a:rPr lang="en-US" altLang="zh-CN" b="1" dirty="0"/>
              <a:t>AI</a:t>
            </a:r>
            <a:r>
              <a:rPr lang="zh-CN" altLang="en-US" b="1" dirty="0"/>
              <a:t>泡沫”与“</a:t>
            </a:r>
            <a:r>
              <a:rPr lang="en-US" altLang="zh-CN" b="1" dirty="0"/>
              <a:t>AI</a:t>
            </a:r>
            <a:r>
              <a:rPr lang="zh-CN" altLang="en-US" b="1" dirty="0"/>
              <a:t>生产力”</a:t>
            </a:r>
          </a:p>
        </p:txBody>
      </p:sp>
    </p:spTree>
    <p:extLst>
      <p:ext uri="{BB962C8B-B14F-4D97-AF65-F5344CB8AC3E}">
        <p14:creationId xmlns:p14="http://schemas.microsoft.com/office/powerpoint/2010/main" val="29848354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7FB6CB-9B11-1A99-22B9-DEFE5B53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zh-C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课程内容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B7610E-114A-FA87-07CB-F997F7BB7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181" y="1825625"/>
            <a:ext cx="6362700" cy="3987800"/>
          </a:xfrm>
          <a:prstGeom prst="rect">
            <a:avLst/>
          </a:prstGeom>
        </p:spPr>
      </p:pic>
      <p:sp>
        <p:nvSpPr>
          <p:cNvPr id="7" name="矩形 7">
            <a:extLst>
              <a:ext uri="{FF2B5EF4-FFF2-40B4-BE49-F238E27FC236}">
                <a16:creationId xmlns:a16="http://schemas.microsoft.com/office/drawing/2014/main" id="{FFEF11F8-1028-A511-A8CA-E88CF7A84FCE}"/>
              </a:ext>
            </a:extLst>
          </p:cNvPr>
          <p:cNvSpPr/>
          <p:nvPr/>
        </p:nvSpPr>
        <p:spPr>
          <a:xfrm>
            <a:off x="94121" y="6418807"/>
            <a:ext cx="4498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 err="1"/>
              <a:t>Munafò</a:t>
            </a:r>
            <a:r>
              <a:rPr kumimoji="1" lang="en-US" altLang="zh-CN" b="1" dirty="0"/>
              <a:t> e</a:t>
            </a:r>
            <a:r>
              <a:rPr kumimoji="1" lang="en-CN" altLang="zh-CN" b="1" dirty="0"/>
              <a:t>t al (2017), </a:t>
            </a:r>
            <a:r>
              <a:rPr kumimoji="1" lang="en-CN" altLang="zh-CN" b="1" i="1" dirty="0"/>
              <a:t>Nature Human Behavior</a:t>
            </a:r>
            <a:endParaRPr lang="zh-TW" altLang="en-US" b="1" i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B5EBA7-47E9-8DC9-142A-4B1267548F1F}"/>
              </a:ext>
            </a:extLst>
          </p:cNvPr>
          <p:cNvSpPr/>
          <p:nvPr/>
        </p:nvSpPr>
        <p:spPr>
          <a:xfrm>
            <a:off x="2905432" y="4454013"/>
            <a:ext cx="2492478" cy="15338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468600-DB22-E96C-0D87-8EA987024252}"/>
              </a:ext>
            </a:extLst>
          </p:cNvPr>
          <p:cNvSpPr/>
          <p:nvPr/>
        </p:nvSpPr>
        <p:spPr>
          <a:xfrm>
            <a:off x="6794090" y="3052609"/>
            <a:ext cx="2492478" cy="15338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1623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1D9E-3892-7F87-17A5-60A3F1BE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A816-9568-7CBC-207C-3F1493D4D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0B6077-38D4-12A1-1B87-1FFEA285B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825625"/>
            <a:ext cx="9956800" cy="427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279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19C0B-E7F6-DE08-0031-AD7FE7448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出勤</a:t>
            </a:r>
            <a:r>
              <a:rPr lang="en-US" altLang="zh-CN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10%</a:t>
            </a:r>
            <a:r>
              <a:rPr lang="zh-CN" altLang="en-US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在超星平台上打卡看视频</a:t>
            </a:r>
            <a:endParaRPr lang="en-US" altLang="zh-CN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课堂展示 </a:t>
            </a:r>
            <a:r>
              <a:rPr lang="en-US" altLang="zh-CN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(45%)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至少一次</a:t>
            </a:r>
            <a:r>
              <a:rPr lang="en-US" altLang="zh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vibe</a:t>
            </a:r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coding</a:t>
            </a:r>
            <a:r>
              <a:rPr lang="zh-CN" altLang="en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技能</a:t>
            </a:r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分享</a:t>
            </a:r>
            <a:endParaRPr lang="en-US" altLang="zh-CN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一次大作业（</a:t>
            </a:r>
            <a:r>
              <a:rPr lang="en-US" altLang="zh-CN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45%</a:t>
            </a:r>
            <a:r>
              <a:rPr lang="zh-CN" altLang="en-US" sz="2800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Opencode</a:t>
            </a:r>
            <a:r>
              <a:rPr lang="en-US" altLang="zh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 + R</a:t>
            </a:r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完整地复现一个顶刊上的分析</a:t>
            </a:r>
            <a:endParaRPr lang="en-US" altLang="zh-CN" dirty="0">
              <a:latin typeface="Times New Roman" panose="02020603050405020304" pitchFamily="18" charset="0"/>
              <a:ea typeface="STKaiti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展示全过程</a:t>
            </a:r>
          </a:p>
          <a:p>
            <a:pPr lvl="1"/>
            <a:r>
              <a:rPr lang="en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一个复现报告(shinyapp</a:t>
            </a:r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APA</a:t>
            </a:r>
            <a:r>
              <a:rPr lang="zh-CN" altLang="en-US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实验报告</a:t>
            </a:r>
            <a:r>
              <a:rPr lang="en-CN" dirty="0">
                <a:latin typeface="Times New Roman" panose="02020603050405020304" pitchFamily="18" charset="0"/>
                <a:ea typeface="STKaiti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F0FE2-5381-1F3A-FDBE-2E262C26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作业和成绩</a:t>
            </a:r>
            <a:endParaRPr lang="en-CN" dirty="0"/>
          </a:p>
        </p:txBody>
      </p:sp>
      <p:sp>
        <p:nvSpPr>
          <p:cNvPr id="7" name="文本框 6"/>
          <p:cNvSpPr txBox="1"/>
          <p:nvPr/>
        </p:nvSpPr>
        <p:spPr>
          <a:xfrm>
            <a:off x="838200" y="6176963"/>
            <a:ext cx="3474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记得上课带插线板！！！</a:t>
            </a:r>
            <a:endParaRPr lang="zh-TW" altLang="en-US" sz="2400" b="1" dirty="0"/>
          </a:p>
        </p:txBody>
      </p:sp>
      <p:pic>
        <p:nvPicPr>
          <p:cNvPr id="6150" name="Picture 6" descr="Cartoon Vector Illustration of Laptop Computer With Dead Battery 2383103  Vector Art at Vecteez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725" y="4622022"/>
            <a:ext cx="2932430" cy="223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431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46FE59-BA0E-08E8-D19E-9A54C673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如何学好这门课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1CDF2-BAE6-B138-88BC-0C2447830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757" y="2460171"/>
            <a:ext cx="2906486" cy="387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93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096323-A5E0-B376-EB9A-AADEB1F98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TW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4.1 </a:t>
            </a:r>
            <a:r>
              <a:rPr lang="zh-TW" altLang="en-US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清晰的问题意识</a:t>
            </a:r>
            <a:endParaRPr lang="en-US" altLang="zh-TW" sz="3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TW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TW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是你的</a:t>
            </a:r>
            <a:r>
              <a:rPr lang="en-US" altLang="zh-TW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co-pilot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，培养对问题重要性的敏感性</a:t>
            </a:r>
            <a:endParaRPr lang="en-US" altLang="zh-TW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en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平衡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“人类可理解”与“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可理解”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难点在于：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统计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思维（费脑力）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CN" dirty="0">
                <a:latin typeface="STKaiti" panose="02010600040101010101" pitchFamily="2" charset="-122"/>
                <a:ea typeface="STKaiti" panose="02010600040101010101" pitchFamily="2" charset="-122"/>
              </a:rPr>
              <a:t>细节调整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53763-73F6-E883-922B-460C7CE9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如何学好这门课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274347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7747-8668-A255-BF91-EA9C4B84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如何学好这门课</a:t>
            </a:r>
            <a:br>
              <a:rPr lang="zh-TW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220D5-D1B5-35EB-CE1E-A4ADC00E0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敢于尝试</a:t>
            </a:r>
          </a:p>
        </p:txBody>
      </p:sp>
    </p:spTree>
    <p:extLst>
      <p:ext uri="{BB962C8B-B14F-4D97-AF65-F5344CB8AC3E}">
        <p14:creationId xmlns:p14="http://schemas.microsoft.com/office/powerpoint/2010/main" val="23539613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769FB7-69F6-D589-065E-D0845074B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多犯错才能多学习</a:t>
            </a:r>
            <a:endParaRPr lang="en-US" altLang="zh-TW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TW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多搜索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、使用工具</a:t>
            </a:r>
            <a:endParaRPr lang="en-US" altLang="zh-TW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TW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以计算机的思维思考问题</a:t>
            </a:r>
            <a:endParaRPr lang="en-US" altLang="zh-TW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TW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互帮互助</a:t>
            </a:r>
            <a:endParaRPr lang="en-US" altLang="zh-TW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8FAC1-FECB-DE9F-99EC-E86200C4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如何学好这门课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7D316-225B-6A19-6BDF-9B39DD56C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111" y="0"/>
            <a:ext cx="4728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266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A04C-033B-874F-AFB5-BE63E3F1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BECB-343D-EEB2-4508-94ECF1D06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DEE8BC-CF8D-8882-AFF3-0769F96DD57C}"/>
              </a:ext>
            </a:extLst>
          </p:cNvPr>
          <p:cNvSpPr/>
          <p:nvPr/>
        </p:nvSpPr>
        <p:spPr>
          <a:xfrm>
            <a:off x="4272425" y="2967335"/>
            <a:ext cx="364715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iTi_GB2312" panose="02010609030101010101" pitchFamily="49" charset="-122"/>
                <a:ea typeface="KaiTi_GB2312" panose="02010609030101010101" pitchFamily="49" charset="-122"/>
              </a:rPr>
              <a:t>谢谢大家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iTi_GB2312" panose="02010609030101010101" pitchFamily="49" charset="-122"/>
                <a:ea typeface="KaiTi_GB2312" panose="02010609030101010101" pitchFamily="49" charset="-122"/>
              </a:rPr>
              <a:t>！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aiTi_GB2312" panose="02010609030101010101" pitchFamily="49" charset="-122"/>
              <a:ea typeface="KaiTi_GB2312" panose="02010609030101010101" pitchFamily="49" charset="-122"/>
            </a:endParaRPr>
          </a:p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iTi_GB2312" panose="02010609030101010101" pitchFamily="49" charset="-122"/>
                <a:ea typeface="KaiTi_GB2312" panose="02010609030101010101" pitchFamily="49" charset="-122"/>
              </a:rPr>
              <a:t>欢迎提问！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aiTi_GB2312" panose="02010609030101010101" pitchFamily="49" charset="-122"/>
              <a:ea typeface="KaiTi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6218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4136</TotalTime>
  <Words>2057</Words>
  <Application>Microsoft Macintosh PowerPoint</Application>
  <PresentationFormat>Widescreen</PresentationFormat>
  <Paragraphs>321</Paragraphs>
  <Slides>55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KaiTi_GB2312</vt:lpstr>
      <vt:lpstr>宋体</vt:lpstr>
      <vt:lpstr>STKaiti</vt:lpstr>
      <vt:lpstr>Arial</vt:lpstr>
      <vt:lpstr>Calibri</vt:lpstr>
      <vt:lpstr>Calibri Light</vt:lpstr>
      <vt:lpstr>Monaco</vt:lpstr>
      <vt:lpstr>Times New Roman</vt:lpstr>
      <vt:lpstr>Wingdings</vt:lpstr>
      <vt:lpstr>Office 主题</vt:lpstr>
      <vt:lpstr>R for Psychological Research with OpenCode</vt:lpstr>
      <vt:lpstr>PowerPoint Presentation</vt:lpstr>
      <vt:lpstr>PowerPoint Presentation</vt:lpstr>
      <vt:lpstr>课程总体目标 </vt:lpstr>
      <vt:lpstr>1. 数智时代下心理学的数据分析</vt:lpstr>
      <vt:lpstr>1.1 大数据的挑战</vt:lpstr>
      <vt:lpstr>1.1 大数据的挑战</vt:lpstr>
      <vt:lpstr>1.1 大数据的挑战</vt:lpstr>
      <vt:lpstr>PowerPoint Presentation</vt:lpstr>
      <vt:lpstr>PowerPoint Presentation</vt:lpstr>
      <vt:lpstr>PowerPoint Presentation</vt:lpstr>
      <vt:lpstr>PowerPoint Presentation</vt:lpstr>
      <vt:lpstr>1.2 AI的挑战</vt:lpstr>
      <vt:lpstr>1.3 为什么要学习R语言？</vt:lpstr>
      <vt:lpstr>1.3 为什么在数据分析要使用R语言？</vt:lpstr>
      <vt:lpstr>科学性：增强计算的可重复性</vt:lpstr>
      <vt:lpstr>科学性：增强计算的可重复性</vt:lpstr>
      <vt:lpstr>科学性：增强计算的可重复性</vt:lpstr>
      <vt:lpstr>科学性：增强计算的可重复性</vt:lpstr>
      <vt:lpstr>科学性：更合适的新方法</vt:lpstr>
      <vt:lpstr>科学性：更合适的新方法</vt:lpstr>
      <vt:lpstr>科学性：更合适的新方法</vt:lpstr>
      <vt:lpstr>科学性：更合适的新方法</vt:lpstr>
      <vt:lpstr>美观性：更合适可视化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实用性：适用于数据分析的各个阶段</vt:lpstr>
      <vt:lpstr>实用性：适用于数据分析的各个阶段</vt:lpstr>
      <vt:lpstr>实用性：适应AI化时代的需求</vt:lpstr>
      <vt:lpstr>实用性：适应AI时代的需求</vt:lpstr>
      <vt:lpstr>实用性：适应AI化时代的需求</vt:lpstr>
      <vt:lpstr>2. R语言使用的示例展示</vt:lpstr>
      <vt:lpstr>2.1 数据清洗</vt:lpstr>
      <vt:lpstr>2.2 ggplot2画图</vt:lpstr>
      <vt:lpstr>2.3 &amp; 2.4 心理学数据分析与结果汇报：</vt:lpstr>
      <vt:lpstr>PowerPoint Presentation</vt:lpstr>
      <vt:lpstr>PowerPoint Presentation</vt:lpstr>
      <vt:lpstr>PowerPoint Presentation</vt:lpstr>
      <vt:lpstr>PowerPoint Presentation</vt:lpstr>
      <vt:lpstr>2.5 Regression</vt:lpstr>
      <vt:lpstr>2.5 Regression</vt:lpstr>
      <vt:lpstr>3. 关于本课程</vt:lpstr>
      <vt:lpstr>PowerPoint Presentation</vt:lpstr>
      <vt:lpstr>3.2 课程内容</vt:lpstr>
      <vt:lpstr>PowerPoint Presentation</vt:lpstr>
      <vt:lpstr>3.3 作业和成绩</vt:lpstr>
      <vt:lpstr>4. 如何学好这门课</vt:lpstr>
      <vt:lpstr>4. 如何学好这门课</vt:lpstr>
      <vt:lpstr>4. 如何学好这门课 </vt:lpstr>
      <vt:lpstr>4. 如何学好这门课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Chuan-Peng Hu</cp:lastModifiedBy>
  <cp:revision>83</cp:revision>
  <dcterms:created xsi:type="dcterms:W3CDTF">2023-02-06T06:59:01Z</dcterms:created>
  <dcterms:modified xsi:type="dcterms:W3CDTF">2026-03-05T08:19:05Z</dcterms:modified>
</cp:coreProperties>
</file>